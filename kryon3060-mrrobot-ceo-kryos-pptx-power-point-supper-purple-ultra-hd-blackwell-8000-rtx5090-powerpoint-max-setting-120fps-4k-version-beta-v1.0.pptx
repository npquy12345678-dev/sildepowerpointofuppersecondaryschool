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 16:9">
    <p:spTree>
      <p:nvGrpSpPr>
        <p:cNvPr id="1" name=""/>
        <p:cNvGrpSpPr/>
        <p:nvPr/>
      </p:nvGrpSpPr>
      <p:grpSpPr>
        <a:xfrm>
          <a:off x="0" y="0"/>
          <a:ext cx="0" cy="0"/>
          <a:chOff x="0" y="0"/>
          <a:chExt cx="0" cy="0"/>
        </a:xfrm>
      </p:grpSpPr>
      <p:sp>
        <p:nvSpPr>
          <p:cNvPr id="2" name=""/>
          <p:cNvSpPr/>
          <p:nvPr/>
        </p:nvSpPr>
        <p:spPr>
          <a:xfrm>
            <a:off x="0" y="0"/>
            <a:ext cx="10079640" cy="566964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tIns="0" rIns="0" bIns="0" anchor="t">
            <a:spAutoFit/>
          </a:bodyPr>
          <a:p>
            <a:pPr/>
            <a:endParaRPr lang="vi-VN" sz="1400" b="1" u="none" strike="noStrike">
              <a:solidFill>
                <a:srgbClr val="FFFFFF"/>
              </a:solidFill>
              <a:effectLst/>
              <a:uFillTx/>
              <a:latin typeface="Arial"/>
            </a:endParaRPr>
          </a:p>
        </p:txBody>
      </p:sp>
      <p:sp>
        <p:nvSpPr>
          <p:cNvPr id="3" name="PlaceHolder 1"/>
          <p:cNvSpPr>
            <a:spLocks noGrp="1"/>
          </p:cNvSpPr>
          <p:nvPr>
            <p:ph type="title"/>
          </p:nvPr>
        </p:nvSpPr>
        <p:spPr>
          <a:xfrm>
            <a:off x="540000" y="1440000"/>
            <a:ext cx="8999640" cy="989640"/>
          </a:xfrm>
          <a:prstGeom prst="rect">
            <a:avLst/>
          </a:prstGeom>
          <a:noFill/>
          <a:ln w="0">
            <a:noFill/>
          </a:ln>
        </p:spPr>
        <p:txBody>
          <a:bodyPr lIns="0" tIns="0" rIns="0" bIns="0" anchor="ctr">
            <a:noAutofit/>
          </a:bodyPr>
          <a:lstStyle>
            <a:lvl1pPr indent="0" algn="l">
              <a:lnSpc>
                <a:spcPct val="100000"/>
              </a:lnSpc>
              <a:buNone/>
              <a:tabLst>
                <a:tab pos="0" algn="l"/>
              </a:tabLst>
              <a:defRPr lang="vi-VN" sz="3300" b="0" u="none" strike="noStrike">
                <a:solidFill>
                  <a:srgbClr val="FFFFFF"/>
                </a:solidFill>
                <a:effectLst/>
                <a:uFillTx/>
                <a:latin typeface="Arial"/>
              </a:defRPr>
            </a:lvl1pPr>
          </a:lstStyle>
          <a:p>
            <a:pPr indent="0" algn="l">
              <a:lnSpc>
                <a:spcPct val="100000"/>
              </a:lnSpc>
              <a:buNone/>
              <a:tabLst>
                <a:tab pos="0" algn="l"/>
              </a:tabLst>
            </a:pPr>
            <a:r>
              <a:rPr lang="vi-VN" sz="3300" b="0" u="none" strike="noStrike">
                <a:solidFill>
                  <a:srgbClr val="FFFFFF"/>
                </a:solidFill>
                <a:effectLst/>
                <a:uFillTx/>
                <a:latin typeface="Arial"/>
              </a:rPr>
              <a:t>Click to edit the title text format</a:t>
            </a:r>
            <a:endParaRPr lang="vi-VN" sz="3300" b="0" u="none" strike="noStrike">
              <a:solidFill>
                <a:srgbClr val="FFFFFF"/>
              </a:solidFill>
              <a:effectLst/>
              <a:uFillTx/>
              <a:latin typeface="Arial"/>
            </a:endParaRPr>
          </a:p>
        </p:txBody>
      </p:sp>
      <p:sp>
        <p:nvSpPr>
          <p:cNvPr id="4" name="PlaceHolder 2"/>
          <p:cNvSpPr>
            <a:spLocks noGrp="1"/>
          </p:cNvSpPr>
          <p:nvPr>
            <p:ph type="body"/>
          </p:nvPr>
        </p:nvSpPr>
        <p:spPr>
          <a:xfrm>
            <a:off x="540000" y="2610000"/>
            <a:ext cx="8999640" cy="2159640"/>
          </a:xfrm>
          <a:prstGeom prst="rect">
            <a:avLst/>
          </a:prstGeom>
          <a:noFill/>
          <a:ln w="0">
            <a:noFill/>
          </a:ln>
        </p:spPr>
        <p:txBody>
          <a:bodyPr lIns="0" tIns="0" rIns="0" bIns="0" anchor="t">
            <a:normAutofit lnSpcReduction="9999"/>
          </a:bodyPr>
          <a:lstStyle>
            <a:lvl1pPr algn="l">
              <a:lnSpc>
                <a:spcPct val="100000"/>
              </a:lnSpc>
              <a:spcAft>
                <a:spcPts val="1057"/>
              </a:spcAft>
              <a:buClr>
                <a:srgbClr val="FFFFFF"/>
              </a:buClr>
              <a:buSzPct val="45000"/>
              <a:buFont typeface="Wingdings" charset="2"/>
              <a:buChar char=""/>
              <a:defRPr lang="vi-VN" sz="2400" b="0" u="none" strike="noStrike">
                <a:solidFill>
                  <a:srgbClr val="FFFFFF"/>
                </a:solidFill>
                <a:effectLst/>
                <a:uFillTx/>
                <a:latin typeface="Arial"/>
              </a:defRPr>
            </a:lvl1pPr>
            <a:lvl2pPr lvl="1" algn="l">
              <a:lnSpc>
                <a:spcPct val="100000"/>
              </a:lnSpc>
              <a:spcAft>
                <a:spcPts val="845"/>
              </a:spcAft>
              <a:buClr>
                <a:srgbClr val="FFFFFF"/>
              </a:buClr>
              <a:buSzPct val="75000"/>
              <a:buFont typeface="Symbol" charset="2"/>
              <a:buChar char=""/>
              <a:defRPr lang="vi-VN" sz="2100" b="0" u="none" strike="noStrike">
                <a:solidFill>
                  <a:srgbClr val="FFFFFF"/>
                </a:solidFill>
                <a:effectLst/>
                <a:uFillTx/>
                <a:latin typeface="Arial"/>
              </a:defRPr>
            </a:lvl2pPr>
            <a:lvl3pPr lvl="2" algn="l">
              <a:lnSpc>
                <a:spcPct val="100000"/>
              </a:lnSpc>
              <a:spcAft>
                <a:spcPts val="632"/>
              </a:spcAft>
              <a:buClr>
                <a:srgbClr val="FFFFFF"/>
              </a:buClr>
              <a:buSzPct val="45000"/>
              <a:buFont typeface="Wingdings" charset="2"/>
              <a:buChar char=""/>
              <a:defRPr lang="vi-VN" sz="1800" b="0" u="none" strike="noStrike">
                <a:solidFill>
                  <a:srgbClr val="FFFFFF"/>
                </a:solidFill>
                <a:effectLst/>
                <a:uFillTx/>
                <a:latin typeface="Arial"/>
              </a:defRPr>
            </a:lvl3pPr>
            <a:lvl4pPr lvl="3" algn="l">
              <a:lnSpc>
                <a:spcPct val="100000"/>
              </a:lnSpc>
              <a:spcAft>
                <a:spcPts val="425"/>
              </a:spcAft>
              <a:buClr>
                <a:srgbClr val="FFFFFF"/>
              </a:buClr>
              <a:buSzPct val="75000"/>
              <a:buFont typeface="Symbol" charset="2"/>
              <a:buChar char=""/>
              <a:defRPr lang="vi-VN" sz="1500" b="0" u="none" strike="noStrike">
                <a:solidFill>
                  <a:srgbClr val="FFFFFF"/>
                </a:solidFill>
                <a:effectLst/>
                <a:uFillTx/>
                <a:latin typeface="Arial"/>
              </a:defRPr>
            </a:lvl4pPr>
            <a:lvl5pPr lvl="4" algn="l">
              <a:lnSpc>
                <a:spcPct val="100000"/>
              </a:lnSpc>
              <a:spcAft>
                <a:spcPts val="213"/>
              </a:spcAft>
              <a:buClr>
                <a:srgbClr val="FFFFFF"/>
              </a:buClr>
              <a:buSzPct val="45000"/>
              <a:buFont typeface="Wingdings" charset="2"/>
              <a:buChar char=""/>
              <a:defRPr lang="vi-VN" sz="1500" b="0" u="none" strike="noStrike">
                <a:solidFill>
                  <a:srgbClr val="FFFFFF"/>
                </a:solidFill>
                <a:effectLst/>
                <a:uFillTx/>
                <a:latin typeface="Arial"/>
              </a:defRPr>
            </a:lvl5pPr>
            <a:lvl6pPr lvl="5" algn="l">
              <a:lnSpc>
                <a:spcPct val="100000"/>
              </a:lnSpc>
              <a:spcAft>
                <a:spcPts val="213"/>
              </a:spcAft>
              <a:buClr>
                <a:srgbClr val="FFFFFF"/>
              </a:buClr>
              <a:buSzPct val="45000"/>
              <a:buFont typeface="Wingdings" charset="2"/>
              <a:buChar char=""/>
              <a:defRPr lang="vi-VN" sz="1500" b="0" u="none" strike="noStrike">
                <a:solidFill>
                  <a:srgbClr val="FFFFFF"/>
                </a:solidFill>
                <a:effectLst/>
                <a:uFillTx/>
                <a:latin typeface="Arial"/>
              </a:defRPr>
            </a:lvl6pPr>
            <a:lvl7pPr lvl="6" algn="l">
              <a:lnSpc>
                <a:spcPct val="100000"/>
              </a:lnSpc>
              <a:spcAft>
                <a:spcPts val="213"/>
              </a:spcAft>
              <a:buClr>
                <a:srgbClr val="FFFFFF"/>
              </a:buClr>
              <a:buSzPct val="45000"/>
              <a:buFont typeface="Wingdings" charset="2"/>
              <a:buChar char=""/>
              <a:defRPr lang="vi-VN" sz="1500" b="0" u="none" strike="noStrike">
                <a:solidFill>
                  <a:srgbClr val="FFFFFF"/>
                </a:solidFill>
                <a:effectLst/>
                <a:uFillTx/>
                <a:latin typeface="Arial"/>
              </a:defRPr>
            </a:lvl7pPr>
          </a:lstStyle>
          <a:p>
            <a:pPr marL="432000" indent="-324000" algn="l">
              <a:lnSpc>
                <a:spcPct val="100000"/>
              </a:lnSpc>
              <a:spcAft>
                <a:spcPts val="1057"/>
              </a:spcAft>
              <a:buClr>
                <a:srgbClr val="FFFFFF"/>
              </a:buClr>
              <a:buSzPct val="45000"/>
              <a:buFont typeface="Wingdings" charset="2"/>
              <a:buChar char=""/>
            </a:pPr>
            <a:r>
              <a:rPr lang="vi-VN" sz="2400" b="0" u="none" strike="noStrike">
                <a:solidFill>
                  <a:srgbClr val="FFFFFF"/>
                </a:solidFill>
                <a:effectLst/>
                <a:uFillTx/>
                <a:latin typeface="Arial"/>
              </a:rPr>
              <a:t>Click to edit the outline text format</a:t>
            </a:r>
            <a:endParaRPr lang="vi-VN" sz="2400" b="0" u="none" strike="noStrike">
              <a:solidFill>
                <a:srgbClr val="FFFFFF"/>
              </a:solidFill>
              <a:effectLst/>
              <a:uFillTx/>
              <a:latin typeface="Arial"/>
            </a:endParaRPr>
          </a:p>
          <a:p>
            <a:pPr marL="864000" lvl="1" indent="-324000" algn="l">
              <a:lnSpc>
                <a:spcPct val="100000"/>
              </a:lnSpc>
              <a:spcAft>
                <a:spcPts val="845"/>
              </a:spcAft>
              <a:buClr>
                <a:srgbClr val="FFFFFF"/>
              </a:buClr>
              <a:buSzPct val="75000"/>
              <a:buFont typeface="Symbol" charset="2"/>
              <a:buChar char=""/>
            </a:pPr>
            <a:r>
              <a:rPr lang="vi-VN" sz="2100" b="0" u="none" strike="noStrike">
                <a:solidFill>
                  <a:srgbClr val="FFFFFF"/>
                </a:solidFill>
                <a:effectLst/>
                <a:uFillTx/>
                <a:latin typeface="Arial"/>
              </a:rPr>
              <a:t>Second Outline Level</a:t>
            </a:r>
            <a:endParaRPr lang="vi-VN" sz="2100" b="0" u="none" strike="noStrike">
              <a:solidFill>
                <a:srgbClr val="FFFFFF"/>
              </a:solidFill>
              <a:effectLst/>
              <a:uFillTx/>
              <a:latin typeface="Arial"/>
            </a:endParaRPr>
          </a:p>
          <a:p>
            <a:pPr marL="1296000" lvl="2" indent="-288000" algn="l">
              <a:lnSpc>
                <a:spcPct val="100000"/>
              </a:lnSpc>
              <a:spcAft>
                <a:spcPts val="632"/>
              </a:spcAft>
              <a:buClr>
                <a:srgbClr val="FFFFFF"/>
              </a:buClr>
              <a:buSzPct val="45000"/>
              <a:buFont typeface="Wingdings" charset="2"/>
              <a:buChar char=""/>
            </a:pPr>
            <a:r>
              <a:rPr lang="vi-VN" sz="1800" b="0" u="none" strike="noStrike">
                <a:solidFill>
                  <a:srgbClr val="FFFFFF"/>
                </a:solidFill>
                <a:effectLst/>
                <a:uFillTx/>
                <a:latin typeface="Arial"/>
              </a:rPr>
              <a:t>Third Outline Level</a:t>
            </a:r>
            <a:endParaRPr lang="vi-VN" sz="1800" b="0" u="none" strike="noStrike">
              <a:solidFill>
                <a:srgbClr val="FFFFFF"/>
              </a:solidFill>
              <a:effectLst/>
              <a:uFillTx/>
              <a:latin typeface="Arial"/>
            </a:endParaRPr>
          </a:p>
          <a:p>
            <a:pPr marL="1728000" lvl="3" indent="-216000" algn="l">
              <a:lnSpc>
                <a:spcPct val="100000"/>
              </a:lnSpc>
              <a:spcAft>
                <a:spcPts val="425"/>
              </a:spcAft>
              <a:buClr>
                <a:srgbClr val="FFFFFF"/>
              </a:buClr>
              <a:buSzPct val="75000"/>
              <a:buFont typeface="Symbol" charset="2"/>
              <a:buChar char=""/>
            </a:pPr>
            <a:r>
              <a:rPr lang="vi-VN" sz="1500" b="0" u="none" strike="noStrike">
                <a:solidFill>
                  <a:srgbClr val="FFFFFF"/>
                </a:solidFill>
                <a:effectLst/>
                <a:uFillTx/>
                <a:latin typeface="Arial"/>
              </a:rPr>
              <a:t>Fourth Outline Level</a:t>
            </a:r>
            <a:endParaRPr lang="vi-VN" sz="1500" b="0" u="none" strike="noStrike">
              <a:solidFill>
                <a:srgbClr val="FFFFFF"/>
              </a:solidFill>
              <a:effectLst/>
              <a:uFillTx/>
              <a:latin typeface="Arial"/>
            </a:endParaRPr>
          </a:p>
          <a:p>
            <a:pPr marL="2160000" lvl="4" indent="-216000" algn="l">
              <a:lnSpc>
                <a:spcPct val="100000"/>
              </a:lnSpc>
              <a:spcAft>
                <a:spcPts val="213"/>
              </a:spcAft>
              <a:buClr>
                <a:srgbClr val="FFFFFF"/>
              </a:buClr>
              <a:buSzPct val="45000"/>
              <a:buFont typeface="Wingdings" charset="2"/>
              <a:buChar char=""/>
            </a:pPr>
            <a:r>
              <a:rPr lang="vi-VN" sz="1500" b="0" u="none" strike="noStrike">
                <a:solidFill>
                  <a:srgbClr val="FFFFFF"/>
                </a:solidFill>
                <a:effectLst/>
                <a:uFillTx/>
                <a:latin typeface="Arial"/>
              </a:rPr>
              <a:t>Fifth Outline Level</a:t>
            </a:r>
            <a:endParaRPr lang="vi-VN" sz="1500" b="0" u="none" strike="noStrike">
              <a:solidFill>
                <a:srgbClr val="FFFFFF"/>
              </a:solidFill>
              <a:effectLst/>
              <a:uFillTx/>
              <a:latin typeface="Arial"/>
            </a:endParaRPr>
          </a:p>
          <a:p>
            <a:pPr marL="2592000" lvl="5" indent="-216000" algn="l">
              <a:lnSpc>
                <a:spcPct val="100000"/>
              </a:lnSpc>
              <a:spcAft>
                <a:spcPts val="213"/>
              </a:spcAft>
              <a:buClr>
                <a:srgbClr val="FFFFFF"/>
              </a:buClr>
              <a:buSzPct val="45000"/>
              <a:buFont typeface="Wingdings" charset="2"/>
              <a:buChar char=""/>
            </a:pPr>
            <a:r>
              <a:rPr lang="vi-VN" sz="1500" b="0" u="none" strike="noStrike">
                <a:solidFill>
                  <a:srgbClr val="FFFFFF"/>
                </a:solidFill>
                <a:effectLst/>
                <a:uFillTx/>
                <a:latin typeface="Arial"/>
              </a:rPr>
              <a:t>Sixth Outline Level</a:t>
            </a:r>
            <a:endParaRPr lang="vi-VN" sz="1500" b="0" u="none" strike="noStrike">
              <a:solidFill>
                <a:srgbClr val="FFFFFF"/>
              </a:solidFill>
              <a:effectLst/>
              <a:uFillTx/>
              <a:latin typeface="Arial"/>
            </a:endParaRPr>
          </a:p>
          <a:p>
            <a:pPr marL="3024000" lvl="6" indent="-216000" algn="l">
              <a:lnSpc>
                <a:spcPct val="100000"/>
              </a:lnSpc>
              <a:spcAft>
                <a:spcPts val="213"/>
              </a:spcAft>
              <a:buClr>
                <a:srgbClr val="FFFFFF"/>
              </a:buClr>
              <a:buSzPct val="45000"/>
              <a:buFont typeface="Wingdings" charset="2"/>
              <a:buChar char=""/>
            </a:pPr>
            <a:r>
              <a:rPr lang="vi-VN" sz="1500" b="0" u="none" strike="noStrike">
                <a:solidFill>
                  <a:srgbClr val="FFFFFF"/>
                </a:solidFill>
                <a:effectLst/>
                <a:uFillTx/>
                <a:latin typeface="Arial"/>
              </a:rPr>
              <a:t>Seventh Outline Level</a:t>
            </a:r>
            <a:endParaRPr lang="vi-VN" sz="1500" b="0" u="none" strike="noStrike">
              <a:solidFill>
                <a:srgbClr val="FFFFFF"/>
              </a:solidFill>
              <a:effectLst/>
              <a:uFillTx/>
              <a:latin typeface="Arial"/>
            </a:endParaRPr>
          </a:p>
        </p:txBody>
      </p:sp>
      <p:sp>
        <p:nvSpPr>
          <p:cNvPr id="5" name="PlaceHolder 3"/>
          <p:cNvSpPr>
            <a:spLocks noGrp="1"/>
          </p:cNvSpPr>
          <p:nvPr>
            <p:ph type="dt" idx="1"/>
          </p:nvPr>
        </p:nvSpPr>
        <p:spPr>
          <a:xfrm>
            <a:off x="180000" y="5308200"/>
            <a:ext cx="2339640" cy="213840"/>
          </a:xfrm>
          <a:prstGeom prst="rect">
            <a:avLst/>
          </a:prstGeom>
          <a:noFill/>
          <a:ln w="0">
            <a:noFill/>
          </a:ln>
        </p:spPr>
        <p:txBody>
          <a:bodyPr lIns="0" tIns="0" rIns="0" bIns="0" anchor="b">
            <a:spAutoFit/>
          </a:bodyPr>
          <a:lstStyle>
            <a:lvl1pPr indent="0" algn="l">
              <a:lnSpc>
                <a:spcPct val="100000"/>
              </a:lnSpc>
              <a:buNone/>
              <a:tabLst>
                <a:tab pos="0" algn="l"/>
              </a:tabLst>
              <a:defRPr lang="vi-VN" sz="1400" b="0" u="none" strike="noStrike">
                <a:solidFill>
                  <a:srgbClr val="FFFFFF"/>
                </a:solidFill>
                <a:effectLst/>
                <a:uFillTx/>
                <a:latin typeface="Arial"/>
              </a:defRPr>
            </a:lvl1pPr>
          </a:lstStyle>
          <a:p>
            <a:pPr indent="0" algn="l">
              <a:lnSpc>
                <a:spcPct val="100000"/>
              </a:lnSpc>
              <a:buNone/>
              <a:tabLst>
                <a:tab pos="0" algn="l"/>
              </a:tabLst>
            </a:pPr>
            <a:r>
              <a:rPr lang="vi-VN" sz="1400" b="0" u="none" strike="noStrike">
                <a:solidFill>
                  <a:srgbClr val="FFFFFF"/>
                </a:solidFill>
                <a:effectLst/>
                <a:uFillTx/>
                <a:latin typeface="Arial"/>
              </a:rPr>
              <a:t>&lt;date/time&gt;</a:t>
            </a:r>
            <a:endParaRPr lang="vi-VN"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20000" y="5308200"/>
            <a:ext cx="3239640" cy="213840"/>
          </a:xfrm>
          <a:prstGeom prst="rect">
            <a:avLst/>
          </a:prstGeom>
          <a:noFill/>
          <a:ln w="0">
            <a:noFill/>
          </a:ln>
        </p:spPr>
        <p:txBody>
          <a:bodyPr lIns="0" tIns="0" rIns="0" bIns="0" anchor="b">
            <a:spAutoFit/>
          </a:bodyPr>
          <a:lstStyle>
            <a:lvl1pPr indent="0" algn="ctr">
              <a:lnSpc>
                <a:spcPct val="100000"/>
              </a:lnSpc>
              <a:buNone/>
              <a:tabLst>
                <a:tab pos="0" algn="l"/>
              </a:tabLst>
              <a:defRPr lang="vi-VN" sz="1400" b="0" u="none" strike="noStrike">
                <a:solidFill>
                  <a:srgbClr val="FFFFFF"/>
                </a:solidFill>
                <a:effectLst/>
                <a:uFillTx/>
                <a:latin typeface="Arial"/>
              </a:defRPr>
            </a:lvl1pPr>
          </a:lstStyle>
          <a:p>
            <a:pPr indent="0" algn="ctr">
              <a:lnSpc>
                <a:spcPct val="100000"/>
              </a:lnSpc>
              <a:buNone/>
              <a:tabLst>
                <a:tab pos="0" algn="l"/>
              </a:tabLst>
            </a:pPr>
            <a:r>
              <a:rPr lang="vi-VN" sz="1400" b="0" u="none" strike="noStrike">
                <a:solidFill>
                  <a:srgbClr val="FFFFFF"/>
                </a:solidFill>
                <a:effectLst/>
                <a:uFillTx/>
                <a:latin typeface="Arial"/>
              </a:rPr>
              <a:t>&lt;footer&gt;</a:t>
            </a:r>
            <a:endParaRPr lang="vi-VN"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560000" y="5308200"/>
            <a:ext cx="2339640" cy="213840"/>
          </a:xfrm>
          <a:prstGeom prst="rect">
            <a:avLst/>
          </a:prstGeom>
          <a:noFill/>
          <a:ln w="0">
            <a:noFill/>
          </a:ln>
        </p:spPr>
        <p:txBody>
          <a:bodyPr lIns="0" tIns="0" rIns="0" bIns="0" anchor="b">
            <a:spAutoFit/>
          </a:bodyPr>
          <a:lstStyle>
            <a:lvl1pPr indent="0" algn="r">
              <a:lnSpc>
                <a:spcPct val="100000"/>
              </a:lnSpc>
              <a:buNone/>
              <a:tabLst>
                <a:tab pos="0" algn="l"/>
              </a:tabLst>
              <a:defRPr lang="vi-VN" sz="1400" b="0" u="none" strike="noStrike">
                <a:solidFill>
                  <a:srgbClr val="FFFFFF"/>
                </a:solidFill>
                <a:effectLst/>
                <a:uFillTx/>
                <a:latin typeface="Arial"/>
              </a:defRPr>
            </a:lvl1pPr>
          </a:lstStyle>
          <a:p>
            <a:pPr indent="0" algn="r">
              <a:lnSpc>
                <a:spcPct val="100000"/>
              </a:lnSpc>
              <a:buNone/>
              <a:tabLst>
                <a:tab pos="0" algn="l"/>
              </a:tabLst>
            </a:pPr>
            <a:fld id="{3C8739B6-F173-4F78-980B-3B5DA6CC1991}" type="slidenum">
              <a:rPr lang="vi-VN" sz="1400" b="0" u="none" strike="noStrike">
                <a:solidFill>
                  <a:srgbClr val="FFFFFF"/>
                </a:solidFill>
                <a:effectLst/>
                <a:uFillTx/>
                <a:latin typeface="Arial"/>
              </a:rPr>
              <a:t>&lt;number&gt;</a:t>
            </a:fld>
            <a:endParaRPr lang="vi-VN" sz="1400" b="0" u="none" strike="noStrike">
              <a:solidFill>
                <a:srgbClr val="000000"/>
              </a:solidFill>
              <a:effectLst/>
              <a:uFillTx/>
              <a:latin typeface="Times New Roman"/>
            </a:endParaRPr>
          </a:p>
        </p:txBody>
      </p:sp>
      <p:sp>
        <p:nvSpPr>
          <p:cNvPr id="8" name=""/>
          <p:cNvSpPr/>
          <p:nvPr/>
        </p:nvSpPr>
        <p:spPr>
          <a:xfrm>
            <a:off x="1440000" y="1080000"/>
            <a:ext cx="1439640" cy="125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9" name=""/>
          <p:cNvSpPr/>
          <p:nvPr/>
        </p:nvSpPr>
        <p:spPr>
          <a:xfrm>
            <a:off x="7380000" y="3960000"/>
            <a:ext cx="1439640" cy="125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0" name=""/>
          <p:cNvSpPr/>
          <p:nvPr/>
        </p:nvSpPr>
        <p:spPr>
          <a:xfrm>
            <a:off x="9000000" y="2700000"/>
            <a:ext cx="1259640" cy="107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1" name=""/>
          <p:cNvSpPr/>
          <p:nvPr/>
        </p:nvSpPr>
        <p:spPr>
          <a:xfrm>
            <a:off x="-180000" y="2430000"/>
            <a:ext cx="1439640" cy="134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2" name=""/>
          <p:cNvSpPr/>
          <p:nvPr/>
        </p:nvSpPr>
        <p:spPr>
          <a:xfrm>
            <a:off x="540000" y="1080000"/>
            <a:ext cx="719640" cy="71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3" name=""/>
          <p:cNvSpPr/>
          <p:nvPr/>
        </p:nvSpPr>
        <p:spPr>
          <a:xfrm>
            <a:off x="0" y="1260000"/>
            <a:ext cx="719640" cy="719640"/>
          </a:xfrm>
          <a:prstGeom prst="ellipse">
            <a:avLst/>
          </a:prstGeom>
          <a:solidFill>
            <a:srgbClr val="FFFFFF">
              <a:alpha val="1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4" name=""/>
          <p:cNvSpPr/>
          <p:nvPr/>
        </p:nvSpPr>
        <p:spPr>
          <a:xfrm>
            <a:off x="0" y="5220000"/>
            <a:ext cx="1619640" cy="1259640"/>
          </a:xfrm>
          <a:prstGeom prst="ellipse">
            <a:avLst/>
          </a:prstGeom>
          <a:solidFill>
            <a:srgbClr val="FFFFFF">
              <a:alpha val="15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5" name=""/>
          <p:cNvSpPr/>
          <p:nvPr/>
        </p:nvSpPr>
        <p:spPr>
          <a:xfrm>
            <a:off x="9720000" y="4680000"/>
            <a:ext cx="719640" cy="71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6" name=""/>
          <p:cNvSpPr/>
          <p:nvPr/>
        </p:nvSpPr>
        <p:spPr>
          <a:xfrm>
            <a:off x="9540000" y="3420000"/>
            <a:ext cx="719640" cy="719640"/>
          </a:xfrm>
          <a:prstGeom prst="ellipse">
            <a:avLst/>
          </a:prstGeom>
          <a:solidFill>
            <a:srgbClr val="FFFFFF">
              <a:alpha val="1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7" name=""/>
          <p:cNvSpPr/>
          <p:nvPr/>
        </p:nvSpPr>
        <p:spPr>
          <a:xfrm>
            <a:off x="8100000" y="4680000"/>
            <a:ext cx="1079640" cy="8420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18" name=""/>
          <p:cNvSpPr/>
          <p:nvPr/>
        </p:nvSpPr>
        <p:spPr>
          <a:xfrm>
            <a:off x="7920000" y="5400000"/>
            <a:ext cx="899640" cy="899640"/>
          </a:xfrm>
          <a:prstGeom prst="ellipse">
            <a:avLst/>
          </a:prstGeom>
          <a:solidFill>
            <a:srgbClr val="FFFFFF">
              <a:alpha val="25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19" name=""/>
          <p:cNvSpPr/>
          <p:nvPr/>
        </p:nvSpPr>
        <p:spPr>
          <a:xfrm>
            <a:off x="0" y="0"/>
            <a:ext cx="10079640" cy="566964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tIns="0" rIns="0" bIns="0" anchor="t">
            <a:spAutoFit/>
          </a:bodyPr>
          <a:p>
            <a:pPr/>
            <a:endParaRPr lang="vi-VN" sz="1400" b="1" u="none" strike="noStrike">
              <a:solidFill>
                <a:srgbClr val="FFFFFF"/>
              </a:solidFill>
              <a:effectLst/>
              <a:uFillTx/>
              <a:latin typeface="Arial"/>
            </a:endParaRPr>
          </a:p>
        </p:txBody>
      </p:sp>
      <p:sp>
        <p:nvSpPr>
          <p:cNvPr id="20" name="PlaceHolder 1"/>
          <p:cNvSpPr>
            <a:spLocks noGrp="1"/>
          </p:cNvSpPr>
          <p:nvPr>
            <p:ph type="title"/>
          </p:nvPr>
        </p:nvSpPr>
        <p:spPr>
          <a:xfrm>
            <a:off x="540000" y="1440000"/>
            <a:ext cx="8999640" cy="989640"/>
          </a:xfrm>
          <a:prstGeom prst="rect">
            <a:avLst/>
          </a:prstGeom>
          <a:noFill/>
          <a:ln w="0">
            <a:noFill/>
          </a:ln>
        </p:spPr>
        <p:txBody>
          <a:bodyPr lIns="0" tIns="0" rIns="0" bIns="0" anchor="ctr">
            <a:noAutofit/>
          </a:bodyPr>
          <a:lstStyle>
            <a:lvl1pPr indent="0" algn="l">
              <a:lnSpc>
                <a:spcPct val="100000"/>
              </a:lnSpc>
              <a:buNone/>
              <a:tabLst>
                <a:tab pos="0" algn="l"/>
              </a:tabLst>
              <a:defRPr lang="vi-VN" sz="3300" b="0" u="none" strike="noStrike">
                <a:solidFill>
                  <a:srgbClr val="FFFFFF"/>
                </a:solidFill>
                <a:effectLst/>
                <a:uFillTx/>
                <a:latin typeface="Arial"/>
              </a:defRPr>
            </a:lvl1pPr>
          </a:lstStyle>
          <a:p>
            <a:pPr indent="0" algn="l">
              <a:lnSpc>
                <a:spcPct val="100000"/>
              </a:lnSpc>
              <a:buNone/>
              <a:tabLst>
                <a:tab pos="0" algn="l"/>
              </a:tabLst>
            </a:pPr>
            <a:r>
              <a:rPr lang="vi-VN" sz="3300" b="0" u="none" strike="noStrike">
                <a:solidFill>
                  <a:srgbClr val="FFFFFF"/>
                </a:solidFill>
                <a:effectLst/>
                <a:uFillTx/>
                <a:latin typeface="Arial"/>
              </a:rPr>
              <a:t>Click to edit the title text format</a:t>
            </a:r>
            <a:endParaRPr lang="vi-VN" sz="3300" b="0" u="none" strike="noStrike">
              <a:solidFill>
                <a:srgbClr val="FFFFFF"/>
              </a:solidFill>
              <a:effectLst/>
              <a:uFillTx/>
              <a:latin typeface="Arial"/>
            </a:endParaRPr>
          </a:p>
        </p:txBody>
      </p:sp>
      <p:sp>
        <p:nvSpPr>
          <p:cNvPr id="21" name="PlaceHolder 2"/>
          <p:cNvSpPr>
            <a:spLocks noGrp="1"/>
          </p:cNvSpPr>
          <p:nvPr>
            <p:ph type="body"/>
          </p:nvPr>
        </p:nvSpPr>
        <p:spPr>
          <a:xfrm>
            <a:off x="540000" y="2610000"/>
            <a:ext cx="8999640" cy="2159640"/>
          </a:xfrm>
          <a:prstGeom prst="rect">
            <a:avLst/>
          </a:prstGeom>
          <a:noFill/>
          <a:ln w="0">
            <a:noFill/>
          </a:ln>
        </p:spPr>
        <p:txBody>
          <a:bodyPr lIns="0" tIns="0" rIns="0" bIns="0" anchor="t">
            <a:normAutofit lnSpcReduction="9999"/>
          </a:bodyPr>
          <a:lstStyle>
            <a:lvl1pPr algn="l">
              <a:lnSpc>
                <a:spcPct val="100000"/>
              </a:lnSpc>
              <a:spcAft>
                <a:spcPts val="1057"/>
              </a:spcAft>
              <a:buClr>
                <a:srgbClr val="FFFFFF"/>
              </a:buClr>
              <a:buSzPct val="45000"/>
              <a:buFont typeface="Wingdings" charset="2"/>
              <a:buChar char=""/>
              <a:defRPr lang="vi-VN" sz="2400" b="0" u="none" strike="noStrike">
                <a:solidFill>
                  <a:srgbClr val="FFFFFF"/>
                </a:solidFill>
                <a:effectLst/>
                <a:uFillTx/>
                <a:latin typeface="Arial"/>
              </a:defRPr>
            </a:lvl1pPr>
            <a:lvl2pPr lvl="1" algn="l">
              <a:lnSpc>
                <a:spcPct val="100000"/>
              </a:lnSpc>
              <a:spcAft>
                <a:spcPts val="845"/>
              </a:spcAft>
              <a:buClr>
                <a:srgbClr val="FFFFFF"/>
              </a:buClr>
              <a:buSzPct val="75000"/>
              <a:buFont typeface="Symbol" charset="2"/>
              <a:buChar char=""/>
              <a:defRPr lang="vi-VN" sz="2100" b="0" u="none" strike="noStrike">
                <a:solidFill>
                  <a:srgbClr val="FFFFFF"/>
                </a:solidFill>
                <a:effectLst/>
                <a:uFillTx/>
                <a:latin typeface="Arial"/>
              </a:defRPr>
            </a:lvl2pPr>
            <a:lvl3pPr lvl="2" algn="l">
              <a:lnSpc>
                <a:spcPct val="100000"/>
              </a:lnSpc>
              <a:spcAft>
                <a:spcPts val="632"/>
              </a:spcAft>
              <a:buClr>
                <a:srgbClr val="FFFFFF"/>
              </a:buClr>
              <a:buSzPct val="45000"/>
              <a:buFont typeface="Wingdings" charset="2"/>
              <a:buChar char=""/>
              <a:defRPr lang="vi-VN" sz="1800" b="0" u="none" strike="noStrike">
                <a:solidFill>
                  <a:srgbClr val="FFFFFF"/>
                </a:solidFill>
                <a:effectLst/>
                <a:uFillTx/>
                <a:latin typeface="Arial"/>
              </a:defRPr>
            </a:lvl3pPr>
            <a:lvl4pPr lvl="3" algn="l">
              <a:lnSpc>
                <a:spcPct val="100000"/>
              </a:lnSpc>
              <a:spcAft>
                <a:spcPts val="425"/>
              </a:spcAft>
              <a:buClr>
                <a:srgbClr val="FFFFFF"/>
              </a:buClr>
              <a:buSzPct val="75000"/>
              <a:buFont typeface="Symbol" charset="2"/>
              <a:buChar char=""/>
              <a:defRPr lang="vi-VN" sz="1500" b="0" u="none" strike="noStrike">
                <a:solidFill>
                  <a:srgbClr val="FFFFFF"/>
                </a:solidFill>
                <a:effectLst/>
                <a:uFillTx/>
                <a:latin typeface="Arial"/>
              </a:defRPr>
            </a:lvl4pPr>
            <a:lvl5pPr lvl="4" algn="l">
              <a:lnSpc>
                <a:spcPct val="100000"/>
              </a:lnSpc>
              <a:spcAft>
                <a:spcPts val="213"/>
              </a:spcAft>
              <a:buClr>
                <a:srgbClr val="FFFFFF"/>
              </a:buClr>
              <a:buSzPct val="45000"/>
              <a:buFont typeface="Wingdings" charset="2"/>
              <a:buChar char=""/>
              <a:defRPr lang="vi-VN" sz="1500" b="0" u="none" strike="noStrike">
                <a:solidFill>
                  <a:srgbClr val="FFFFFF"/>
                </a:solidFill>
                <a:effectLst/>
                <a:uFillTx/>
                <a:latin typeface="Arial"/>
              </a:defRPr>
            </a:lvl5pPr>
            <a:lvl6pPr lvl="5" algn="l">
              <a:lnSpc>
                <a:spcPct val="100000"/>
              </a:lnSpc>
              <a:spcAft>
                <a:spcPts val="213"/>
              </a:spcAft>
              <a:buClr>
                <a:srgbClr val="FFFFFF"/>
              </a:buClr>
              <a:buSzPct val="45000"/>
              <a:buFont typeface="Wingdings" charset="2"/>
              <a:buChar char=""/>
              <a:defRPr lang="vi-VN" sz="1500" b="0" u="none" strike="noStrike">
                <a:solidFill>
                  <a:srgbClr val="FFFFFF"/>
                </a:solidFill>
                <a:effectLst/>
                <a:uFillTx/>
                <a:latin typeface="Arial"/>
              </a:defRPr>
            </a:lvl6pPr>
            <a:lvl7pPr lvl="6" algn="l">
              <a:lnSpc>
                <a:spcPct val="100000"/>
              </a:lnSpc>
              <a:spcAft>
                <a:spcPts val="213"/>
              </a:spcAft>
              <a:buClr>
                <a:srgbClr val="FFFFFF"/>
              </a:buClr>
              <a:buSzPct val="45000"/>
              <a:buFont typeface="Wingdings" charset="2"/>
              <a:buChar char=""/>
              <a:defRPr lang="vi-VN" sz="1500" b="0" u="none" strike="noStrike">
                <a:solidFill>
                  <a:srgbClr val="FFFFFF"/>
                </a:solidFill>
                <a:effectLst/>
                <a:uFillTx/>
                <a:latin typeface="Arial"/>
              </a:defRPr>
            </a:lvl7pPr>
          </a:lstStyle>
          <a:p>
            <a:pPr marL="432000" indent="-324000" algn="l">
              <a:lnSpc>
                <a:spcPct val="100000"/>
              </a:lnSpc>
              <a:spcAft>
                <a:spcPts val="1057"/>
              </a:spcAft>
              <a:buClr>
                <a:srgbClr val="FFFFFF"/>
              </a:buClr>
              <a:buSzPct val="45000"/>
              <a:buFont typeface="Wingdings" charset="2"/>
              <a:buChar char=""/>
            </a:pPr>
            <a:r>
              <a:rPr lang="vi-VN" sz="2400" b="0" u="none" strike="noStrike">
                <a:solidFill>
                  <a:srgbClr val="FFFFFF"/>
                </a:solidFill>
                <a:effectLst/>
                <a:uFillTx/>
                <a:latin typeface="Arial"/>
              </a:rPr>
              <a:t>Click to edit the outline text format</a:t>
            </a:r>
            <a:endParaRPr lang="vi-VN" sz="2400" b="0" u="none" strike="noStrike">
              <a:solidFill>
                <a:srgbClr val="FFFFFF"/>
              </a:solidFill>
              <a:effectLst/>
              <a:uFillTx/>
              <a:latin typeface="Arial"/>
            </a:endParaRPr>
          </a:p>
          <a:p>
            <a:pPr marL="864000" lvl="1" indent="-324000" algn="l">
              <a:lnSpc>
                <a:spcPct val="100000"/>
              </a:lnSpc>
              <a:spcAft>
                <a:spcPts val="845"/>
              </a:spcAft>
              <a:buClr>
                <a:srgbClr val="FFFFFF"/>
              </a:buClr>
              <a:buSzPct val="75000"/>
              <a:buFont typeface="Symbol" charset="2"/>
              <a:buChar char=""/>
            </a:pPr>
            <a:r>
              <a:rPr lang="vi-VN" sz="2100" b="0" u="none" strike="noStrike">
                <a:solidFill>
                  <a:srgbClr val="FFFFFF"/>
                </a:solidFill>
                <a:effectLst/>
                <a:uFillTx/>
                <a:latin typeface="Arial"/>
              </a:rPr>
              <a:t>Second Outline Level</a:t>
            </a:r>
            <a:endParaRPr lang="vi-VN" sz="2100" b="0" u="none" strike="noStrike">
              <a:solidFill>
                <a:srgbClr val="FFFFFF"/>
              </a:solidFill>
              <a:effectLst/>
              <a:uFillTx/>
              <a:latin typeface="Arial"/>
            </a:endParaRPr>
          </a:p>
          <a:p>
            <a:pPr marL="1296000" lvl="2" indent="-288000" algn="l">
              <a:lnSpc>
                <a:spcPct val="100000"/>
              </a:lnSpc>
              <a:spcAft>
                <a:spcPts val="632"/>
              </a:spcAft>
              <a:buClr>
                <a:srgbClr val="FFFFFF"/>
              </a:buClr>
              <a:buSzPct val="45000"/>
              <a:buFont typeface="Wingdings" charset="2"/>
              <a:buChar char=""/>
            </a:pPr>
            <a:r>
              <a:rPr lang="vi-VN" sz="1800" b="0" u="none" strike="noStrike">
                <a:solidFill>
                  <a:srgbClr val="FFFFFF"/>
                </a:solidFill>
                <a:effectLst/>
                <a:uFillTx/>
                <a:latin typeface="Arial"/>
              </a:rPr>
              <a:t>Third Outline Level</a:t>
            </a:r>
            <a:endParaRPr lang="vi-VN" sz="1800" b="0" u="none" strike="noStrike">
              <a:solidFill>
                <a:srgbClr val="FFFFFF"/>
              </a:solidFill>
              <a:effectLst/>
              <a:uFillTx/>
              <a:latin typeface="Arial"/>
            </a:endParaRPr>
          </a:p>
          <a:p>
            <a:pPr marL="1728000" lvl="3" indent="-216000" algn="l">
              <a:lnSpc>
                <a:spcPct val="100000"/>
              </a:lnSpc>
              <a:spcAft>
                <a:spcPts val="425"/>
              </a:spcAft>
              <a:buClr>
                <a:srgbClr val="FFFFFF"/>
              </a:buClr>
              <a:buSzPct val="75000"/>
              <a:buFont typeface="Symbol" charset="2"/>
              <a:buChar char=""/>
            </a:pPr>
            <a:r>
              <a:rPr lang="vi-VN" sz="1500" b="0" u="none" strike="noStrike">
                <a:solidFill>
                  <a:srgbClr val="FFFFFF"/>
                </a:solidFill>
                <a:effectLst/>
                <a:uFillTx/>
                <a:latin typeface="Arial"/>
              </a:rPr>
              <a:t>Fourth Outline Level</a:t>
            </a:r>
            <a:endParaRPr lang="vi-VN" sz="1500" b="0" u="none" strike="noStrike">
              <a:solidFill>
                <a:srgbClr val="FFFFFF"/>
              </a:solidFill>
              <a:effectLst/>
              <a:uFillTx/>
              <a:latin typeface="Arial"/>
            </a:endParaRPr>
          </a:p>
          <a:p>
            <a:pPr marL="2160000" lvl="4" indent="-216000" algn="l">
              <a:lnSpc>
                <a:spcPct val="100000"/>
              </a:lnSpc>
              <a:spcAft>
                <a:spcPts val="213"/>
              </a:spcAft>
              <a:buClr>
                <a:srgbClr val="FFFFFF"/>
              </a:buClr>
              <a:buSzPct val="45000"/>
              <a:buFont typeface="Wingdings" charset="2"/>
              <a:buChar char=""/>
            </a:pPr>
            <a:r>
              <a:rPr lang="vi-VN" sz="1500" b="0" u="none" strike="noStrike">
                <a:solidFill>
                  <a:srgbClr val="FFFFFF"/>
                </a:solidFill>
                <a:effectLst/>
                <a:uFillTx/>
                <a:latin typeface="Arial"/>
              </a:rPr>
              <a:t>Fifth Outline Level</a:t>
            </a:r>
            <a:endParaRPr lang="vi-VN" sz="1500" b="0" u="none" strike="noStrike">
              <a:solidFill>
                <a:srgbClr val="FFFFFF"/>
              </a:solidFill>
              <a:effectLst/>
              <a:uFillTx/>
              <a:latin typeface="Arial"/>
            </a:endParaRPr>
          </a:p>
          <a:p>
            <a:pPr marL="2592000" lvl="5" indent="-216000" algn="l">
              <a:lnSpc>
                <a:spcPct val="100000"/>
              </a:lnSpc>
              <a:spcAft>
                <a:spcPts val="213"/>
              </a:spcAft>
              <a:buClr>
                <a:srgbClr val="FFFFFF"/>
              </a:buClr>
              <a:buSzPct val="45000"/>
              <a:buFont typeface="Wingdings" charset="2"/>
              <a:buChar char=""/>
            </a:pPr>
            <a:r>
              <a:rPr lang="vi-VN" sz="1500" b="0" u="none" strike="noStrike">
                <a:solidFill>
                  <a:srgbClr val="FFFFFF"/>
                </a:solidFill>
                <a:effectLst/>
                <a:uFillTx/>
                <a:latin typeface="Arial"/>
              </a:rPr>
              <a:t>Sixth Outline Level</a:t>
            </a:r>
            <a:endParaRPr lang="vi-VN" sz="1500" b="0" u="none" strike="noStrike">
              <a:solidFill>
                <a:srgbClr val="FFFFFF"/>
              </a:solidFill>
              <a:effectLst/>
              <a:uFillTx/>
              <a:latin typeface="Arial"/>
            </a:endParaRPr>
          </a:p>
          <a:p>
            <a:pPr marL="3024000" lvl="6" indent="-216000" algn="l">
              <a:lnSpc>
                <a:spcPct val="100000"/>
              </a:lnSpc>
              <a:spcAft>
                <a:spcPts val="213"/>
              </a:spcAft>
              <a:buClr>
                <a:srgbClr val="FFFFFF"/>
              </a:buClr>
              <a:buSzPct val="45000"/>
              <a:buFont typeface="Wingdings" charset="2"/>
              <a:buChar char=""/>
            </a:pPr>
            <a:r>
              <a:rPr lang="vi-VN" sz="1500" b="0" u="none" strike="noStrike">
                <a:solidFill>
                  <a:srgbClr val="FFFFFF"/>
                </a:solidFill>
                <a:effectLst/>
                <a:uFillTx/>
                <a:latin typeface="Arial"/>
              </a:rPr>
              <a:t>Seventh Outline Level</a:t>
            </a:r>
            <a:endParaRPr lang="vi-VN" sz="1500" b="0" u="none" strike="noStrike">
              <a:solidFill>
                <a:srgbClr val="FFFFFF"/>
              </a:solidFill>
              <a:effectLst/>
              <a:uFillTx/>
              <a:latin typeface="Arial"/>
            </a:endParaRPr>
          </a:p>
        </p:txBody>
      </p:sp>
      <p:sp>
        <p:nvSpPr>
          <p:cNvPr id="22" name="PlaceHolder 3"/>
          <p:cNvSpPr>
            <a:spLocks noGrp="1"/>
          </p:cNvSpPr>
          <p:nvPr>
            <p:ph type="dt" idx="4"/>
          </p:nvPr>
        </p:nvSpPr>
        <p:spPr>
          <a:xfrm>
            <a:off x="180000" y="5308200"/>
            <a:ext cx="2339640" cy="213840"/>
          </a:xfrm>
          <a:prstGeom prst="rect">
            <a:avLst/>
          </a:prstGeom>
          <a:noFill/>
          <a:ln w="0">
            <a:noFill/>
          </a:ln>
        </p:spPr>
        <p:txBody>
          <a:bodyPr lIns="0" tIns="0" rIns="0" bIns="0" anchor="b">
            <a:spAutoFit/>
          </a:bodyPr>
          <a:lstStyle>
            <a:lvl1pPr indent="0" algn="l">
              <a:lnSpc>
                <a:spcPct val="100000"/>
              </a:lnSpc>
              <a:buNone/>
              <a:tabLst>
                <a:tab pos="0" algn="l"/>
              </a:tabLst>
              <a:defRPr lang="vi-VN" sz="1400" b="0" u="none" strike="noStrike">
                <a:solidFill>
                  <a:srgbClr val="FFFFFF"/>
                </a:solidFill>
                <a:effectLst/>
                <a:uFillTx/>
                <a:latin typeface="Arial"/>
              </a:defRPr>
            </a:lvl1pPr>
          </a:lstStyle>
          <a:p>
            <a:pPr indent="0" algn="l">
              <a:lnSpc>
                <a:spcPct val="100000"/>
              </a:lnSpc>
              <a:buNone/>
              <a:tabLst>
                <a:tab pos="0" algn="l"/>
              </a:tabLst>
            </a:pPr>
            <a:r>
              <a:rPr lang="vi-VN" sz="1400" b="0" u="none" strike="noStrike">
                <a:solidFill>
                  <a:srgbClr val="FFFFFF"/>
                </a:solidFill>
                <a:effectLst/>
                <a:uFillTx/>
                <a:latin typeface="Arial"/>
              </a:rPr>
              <a:t>&lt;date/time&gt;</a:t>
            </a:r>
            <a:endParaRPr lang="vi-VN" sz="1400" b="0" u="none" strike="noStrike">
              <a:solidFill>
                <a:srgbClr val="000000"/>
              </a:solidFill>
              <a:effectLst/>
              <a:uFillTx/>
              <a:latin typeface="Times New Roman"/>
            </a:endParaRPr>
          </a:p>
        </p:txBody>
      </p:sp>
      <p:sp>
        <p:nvSpPr>
          <p:cNvPr id="23" name="PlaceHolder 4"/>
          <p:cNvSpPr>
            <a:spLocks noGrp="1"/>
          </p:cNvSpPr>
          <p:nvPr>
            <p:ph type="ftr" idx="5"/>
          </p:nvPr>
        </p:nvSpPr>
        <p:spPr>
          <a:xfrm>
            <a:off x="3420000" y="5308200"/>
            <a:ext cx="3239640" cy="213840"/>
          </a:xfrm>
          <a:prstGeom prst="rect">
            <a:avLst/>
          </a:prstGeom>
          <a:noFill/>
          <a:ln w="0">
            <a:noFill/>
          </a:ln>
        </p:spPr>
        <p:txBody>
          <a:bodyPr lIns="0" tIns="0" rIns="0" bIns="0" anchor="b">
            <a:spAutoFit/>
          </a:bodyPr>
          <a:lstStyle>
            <a:lvl1pPr indent="0" algn="ctr">
              <a:lnSpc>
                <a:spcPct val="100000"/>
              </a:lnSpc>
              <a:buNone/>
              <a:tabLst>
                <a:tab pos="0" algn="l"/>
              </a:tabLst>
              <a:defRPr lang="vi-VN" sz="1400" b="0" u="none" strike="noStrike">
                <a:solidFill>
                  <a:srgbClr val="FFFFFF"/>
                </a:solidFill>
                <a:effectLst/>
                <a:uFillTx/>
                <a:latin typeface="Arial"/>
              </a:defRPr>
            </a:lvl1pPr>
          </a:lstStyle>
          <a:p>
            <a:pPr indent="0" algn="ctr">
              <a:lnSpc>
                <a:spcPct val="100000"/>
              </a:lnSpc>
              <a:buNone/>
              <a:tabLst>
                <a:tab pos="0" algn="l"/>
              </a:tabLst>
            </a:pPr>
            <a:r>
              <a:rPr lang="vi-VN" sz="1400" b="0" u="none" strike="noStrike">
                <a:solidFill>
                  <a:srgbClr val="FFFFFF"/>
                </a:solidFill>
                <a:effectLst/>
                <a:uFillTx/>
                <a:latin typeface="Arial"/>
              </a:rPr>
              <a:t>&lt;footer&gt;</a:t>
            </a:r>
            <a:endParaRPr lang="vi-VN" sz="1400" b="0" u="none" strike="noStrike">
              <a:solidFill>
                <a:srgbClr val="000000"/>
              </a:solidFill>
              <a:effectLst/>
              <a:uFillTx/>
              <a:latin typeface="Times New Roman"/>
            </a:endParaRPr>
          </a:p>
        </p:txBody>
      </p:sp>
      <p:sp>
        <p:nvSpPr>
          <p:cNvPr id="24" name="PlaceHolder 5"/>
          <p:cNvSpPr>
            <a:spLocks noGrp="1"/>
          </p:cNvSpPr>
          <p:nvPr>
            <p:ph type="sldNum" idx="6"/>
          </p:nvPr>
        </p:nvSpPr>
        <p:spPr>
          <a:xfrm>
            <a:off x="7560000" y="5308200"/>
            <a:ext cx="2339640" cy="213840"/>
          </a:xfrm>
          <a:prstGeom prst="rect">
            <a:avLst/>
          </a:prstGeom>
          <a:noFill/>
          <a:ln w="0">
            <a:noFill/>
          </a:ln>
        </p:spPr>
        <p:txBody>
          <a:bodyPr lIns="0" tIns="0" rIns="0" bIns="0" anchor="b">
            <a:spAutoFit/>
          </a:bodyPr>
          <a:lstStyle>
            <a:lvl1pPr indent="0" algn="r">
              <a:lnSpc>
                <a:spcPct val="100000"/>
              </a:lnSpc>
              <a:buNone/>
              <a:tabLst>
                <a:tab pos="0" algn="l"/>
              </a:tabLst>
              <a:defRPr lang="vi-VN" sz="1400" b="0" u="none" strike="noStrike">
                <a:solidFill>
                  <a:srgbClr val="FFFFFF"/>
                </a:solidFill>
                <a:effectLst/>
                <a:uFillTx/>
                <a:latin typeface="Arial"/>
              </a:defRPr>
            </a:lvl1pPr>
          </a:lstStyle>
          <a:p>
            <a:pPr indent="0" algn="r">
              <a:lnSpc>
                <a:spcPct val="100000"/>
              </a:lnSpc>
              <a:buNone/>
              <a:tabLst>
                <a:tab pos="0" algn="l"/>
              </a:tabLst>
            </a:pPr>
            <a:fld id="{13B33E0D-59B6-4B49-A10E-8C2112E59F7F}" type="slidenum">
              <a:rPr lang="vi-VN" sz="1400" b="0" u="none" strike="noStrike">
                <a:solidFill>
                  <a:srgbClr val="FFFFFF"/>
                </a:solidFill>
                <a:effectLst/>
                <a:uFillTx/>
                <a:latin typeface="Arial"/>
              </a:rPr>
              <a:t>&lt;number&gt;</a:t>
            </a:fld>
            <a:endParaRPr lang="vi-VN" sz="1400" b="0" u="none" strike="noStrike">
              <a:solidFill>
                <a:srgbClr val="000000"/>
              </a:solidFill>
              <a:effectLst/>
              <a:uFillTx/>
              <a:latin typeface="Times New Roman"/>
            </a:endParaRPr>
          </a:p>
        </p:txBody>
      </p:sp>
      <p:sp>
        <p:nvSpPr>
          <p:cNvPr id="25" name=""/>
          <p:cNvSpPr/>
          <p:nvPr/>
        </p:nvSpPr>
        <p:spPr>
          <a:xfrm>
            <a:off x="1440000" y="1080000"/>
            <a:ext cx="1439640" cy="125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26" name=""/>
          <p:cNvSpPr/>
          <p:nvPr/>
        </p:nvSpPr>
        <p:spPr>
          <a:xfrm>
            <a:off x="7380000" y="3960000"/>
            <a:ext cx="1439640" cy="125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27" name=""/>
          <p:cNvSpPr/>
          <p:nvPr/>
        </p:nvSpPr>
        <p:spPr>
          <a:xfrm>
            <a:off x="9000000" y="2700000"/>
            <a:ext cx="1259640" cy="107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28" name=""/>
          <p:cNvSpPr/>
          <p:nvPr/>
        </p:nvSpPr>
        <p:spPr>
          <a:xfrm>
            <a:off x="-180000" y="2430000"/>
            <a:ext cx="1439640" cy="134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29" name=""/>
          <p:cNvSpPr/>
          <p:nvPr/>
        </p:nvSpPr>
        <p:spPr>
          <a:xfrm>
            <a:off x="540000" y="1080000"/>
            <a:ext cx="719640" cy="71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30" name=""/>
          <p:cNvSpPr/>
          <p:nvPr/>
        </p:nvSpPr>
        <p:spPr>
          <a:xfrm>
            <a:off x="0" y="1260000"/>
            <a:ext cx="719640" cy="719640"/>
          </a:xfrm>
          <a:prstGeom prst="ellipse">
            <a:avLst/>
          </a:prstGeom>
          <a:solidFill>
            <a:srgbClr val="FFFFFF">
              <a:alpha val="1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31" name=""/>
          <p:cNvSpPr/>
          <p:nvPr/>
        </p:nvSpPr>
        <p:spPr>
          <a:xfrm>
            <a:off x="0" y="5220000"/>
            <a:ext cx="1619640" cy="1259640"/>
          </a:xfrm>
          <a:prstGeom prst="ellipse">
            <a:avLst/>
          </a:prstGeom>
          <a:solidFill>
            <a:srgbClr val="FFFFFF">
              <a:alpha val="15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32" name=""/>
          <p:cNvSpPr/>
          <p:nvPr/>
        </p:nvSpPr>
        <p:spPr>
          <a:xfrm>
            <a:off x="9720000" y="4680000"/>
            <a:ext cx="719640" cy="71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33" name=""/>
          <p:cNvSpPr/>
          <p:nvPr/>
        </p:nvSpPr>
        <p:spPr>
          <a:xfrm>
            <a:off x="9540000" y="3420000"/>
            <a:ext cx="719640" cy="719640"/>
          </a:xfrm>
          <a:prstGeom prst="ellipse">
            <a:avLst/>
          </a:prstGeom>
          <a:solidFill>
            <a:srgbClr val="FFFFFF">
              <a:alpha val="1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34" name=""/>
          <p:cNvSpPr/>
          <p:nvPr/>
        </p:nvSpPr>
        <p:spPr>
          <a:xfrm>
            <a:off x="8100000" y="4680000"/>
            <a:ext cx="1079640" cy="8420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35" name=""/>
          <p:cNvSpPr/>
          <p:nvPr/>
        </p:nvSpPr>
        <p:spPr>
          <a:xfrm>
            <a:off x="7920000" y="5400000"/>
            <a:ext cx="899640" cy="899640"/>
          </a:xfrm>
          <a:prstGeom prst="ellipse">
            <a:avLst/>
          </a:prstGeom>
          <a:solidFill>
            <a:srgbClr val="FFFFFF">
              <a:alpha val="25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1 16:9">
    <p:spTree>
      <p:nvGrpSpPr>
        <p:cNvPr id="1" name=""/>
        <p:cNvGrpSpPr/>
        <p:nvPr/>
      </p:nvGrpSpPr>
      <p:grpSpPr>
        <a:xfrm>
          <a:off x="0" y="0"/>
          <a:ext cx="0" cy="0"/>
          <a:chOff x="0" y="0"/>
          <a:chExt cx="0" cy="0"/>
        </a:xfrm>
      </p:grpSpPr>
      <p:sp>
        <p:nvSpPr>
          <p:cNvPr id="36" name=""/>
          <p:cNvSpPr/>
          <p:nvPr/>
        </p:nvSpPr>
        <p:spPr>
          <a:xfrm>
            <a:off x="0" y="0"/>
            <a:ext cx="10079640" cy="566964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tIns="0" rIns="0" bIns="0" anchor="t">
            <a:spAutoFit/>
          </a:bodyPr>
          <a:p>
            <a:pPr/>
            <a:endParaRPr lang="vi-VN" sz="1400" b="1" u="none" strike="noStrike">
              <a:solidFill>
                <a:srgbClr val="FFFFFF"/>
              </a:solidFill>
              <a:effectLst/>
              <a:uFillTx/>
              <a:latin typeface="Arial"/>
            </a:endParaRPr>
          </a:p>
        </p:txBody>
      </p:sp>
      <p:sp>
        <p:nvSpPr>
          <p:cNvPr id="37" name=""/>
          <p:cNvSpPr/>
          <p:nvPr/>
        </p:nvSpPr>
        <p:spPr>
          <a:xfrm flipH="1">
            <a:off x="-720" y="0"/>
            <a:ext cx="10079640" cy="566964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38" name=""/>
          <p:cNvSpPr/>
          <p:nvPr/>
        </p:nvSpPr>
        <p:spPr>
          <a:xfrm>
            <a:off x="1440000" y="1080000"/>
            <a:ext cx="1439640" cy="125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39" name=""/>
          <p:cNvSpPr/>
          <p:nvPr/>
        </p:nvSpPr>
        <p:spPr>
          <a:xfrm>
            <a:off x="7380000" y="3960000"/>
            <a:ext cx="1439640" cy="125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0" name=""/>
          <p:cNvSpPr/>
          <p:nvPr/>
        </p:nvSpPr>
        <p:spPr>
          <a:xfrm>
            <a:off x="9000000" y="2700000"/>
            <a:ext cx="1259640" cy="107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1" name=""/>
          <p:cNvSpPr/>
          <p:nvPr/>
        </p:nvSpPr>
        <p:spPr>
          <a:xfrm>
            <a:off x="-180000" y="2430000"/>
            <a:ext cx="1439640" cy="134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2" name=""/>
          <p:cNvSpPr/>
          <p:nvPr/>
        </p:nvSpPr>
        <p:spPr>
          <a:xfrm>
            <a:off x="540000" y="1080000"/>
            <a:ext cx="719640" cy="71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3" name=""/>
          <p:cNvSpPr/>
          <p:nvPr/>
        </p:nvSpPr>
        <p:spPr>
          <a:xfrm>
            <a:off x="0" y="1260000"/>
            <a:ext cx="719640" cy="719640"/>
          </a:xfrm>
          <a:prstGeom prst="ellipse">
            <a:avLst/>
          </a:prstGeom>
          <a:solidFill>
            <a:srgbClr val="FFFFFF">
              <a:alpha val="1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4" name=""/>
          <p:cNvSpPr/>
          <p:nvPr/>
        </p:nvSpPr>
        <p:spPr>
          <a:xfrm>
            <a:off x="0" y="5220000"/>
            <a:ext cx="1619640" cy="1259640"/>
          </a:xfrm>
          <a:prstGeom prst="ellipse">
            <a:avLst/>
          </a:prstGeom>
          <a:solidFill>
            <a:srgbClr val="FFFFFF">
              <a:alpha val="15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5" name=""/>
          <p:cNvSpPr/>
          <p:nvPr/>
        </p:nvSpPr>
        <p:spPr>
          <a:xfrm>
            <a:off x="9720000" y="4680000"/>
            <a:ext cx="719640" cy="71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6" name=""/>
          <p:cNvSpPr/>
          <p:nvPr/>
        </p:nvSpPr>
        <p:spPr>
          <a:xfrm>
            <a:off x="9540000" y="3420360"/>
            <a:ext cx="719640" cy="719640"/>
          </a:xfrm>
          <a:prstGeom prst="ellipse">
            <a:avLst/>
          </a:prstGeom>
          <a:solidFill>
            <a:srgbClr val="FFFFFF">
              <a:alpha val="1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7" name=""/>
          <p:cNvSpPr/>
          <p:nvPr/>
        </p:nvSpPr>
        <p:spPr>
          <a:xfrm>
            <a:off x="8100000" y="4680000"/>
            <a:ext cx="1079640" cy="8420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8" name=""/>
          <p:cNvSpPr/>
          <p:nvPr/>
        </p:nvSpPr>
        <p:spPr>
          <a:xfrm>
            <a:off x="7920000" y="5400000"/>
            <a:ext cx="899640" cy="899640"/>
          </a:xfrm>
          <a:prstGeom prst="ellipse">
            <a:avLst/>
          </a:prstGeom>
          <a:solidFill>
            <a:srgbClr val="FFFFFF">
              <a:alpha val="25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49" name="PlaceHolder 1"/>
          <p:cNvSpPr>
            <a:spLocks noGrp="1"/>
          </p:cNvSpPr>
          <p:nvPr>
            <p:ph type="title"/>
          </p:nvPr>
        </p:nvSpPr>
        <p:spPr>
          <a:xfrm>
            <a:off x="540000" y="270000"/>
            <a:ext cx="8999640" cy="989640"/>
          </a:xfrm>
          <a:prstGeom prst="rect">
            <a:avLst/>
          </a:prstGeom>
          <a:noFill/>
          <a:ln w="0">
            <a:noFill/>
          </a:ln>
        </p:spPr>
        <p:txBody>
          <a:bodyPr lIns="0" tIns="0" rIns="0" bIns="0" anchor="ctr">
            <a:noAutofit/>
          </a:bodyPr>
          <a:lstStyle>
            <a:lvl1pPr indent="0" algn="ctr">
              <a:lnSpc>
                <a:spcPct val="100000"/>
              </a:lnSpc>
              <a:buNone/>
              <a:tabLst>
                <a:tab pos="0" algn="l"/>
              </a:tabLst>
              <a:defRPr lang="vi-VN" sz="3300" b="0" u="none" strike="noStrike">
                <a:solidFill>
                  <a:srgbClr val="FFFFFF"/>
                </a:solidFill>
                <a:effectLst/>
                <a:uFillTx/>
                <a:latin typeface="Arial"/>
              </a:defRPr>
            </a:lvl1pPr>
          </a:lstStyle>
          <a:p>
            <a:pPr indent="0" algn="ctr">
              <a:lnSpc>
                <a:spcPct val="100000"/>
              </a:lnSpc>
              <a:buNone/>
              <a:tabLst>
                <a:tab pos="0" algn="l"/>
              </a:tabLst>
            </a:pPr>
            <a:r>
              <a:rPr lang="vi-VN" sz="3300" b="0" u="none" strike="noStrike">
                <a:solidFill>
                  <a:srgbClr val="FFFFFF"/>
                </a:solidFill>
                <a:effectLst/>
                <a:uFillTx/>
                <a:latin typeface="Arial"/>
              </a:rPr>
              <a:t>Click to edit the title text format</a:t>
            </a:r>
            <a:endParaRPr lang="vi-VN" sz="3300" b="0" u="none" strike="noStrike">
              <a:solidFill>
                <a:srgbClr val="FFFFFF"/>
              </a:solidFill>
              <a:effectLst/>
              <a:uFillTx/>
              <a:latin typeface="Arial"/>
            </a:endParaRPr>
          </a:p>
        </p:txBody>
      </p:sp>
      <p:sp>
        <p:nvSpPr>
          <p:cNvPr id="50" name="PlaceHolder 2"/>
          <p:cNvSpPr>
            <a:spLocks noGrp="1"/>
          </p:cNvSpPr>
          <p:nvPr>
            <p:ph type="body"/>
          </p:nvPr>
        </p:nvSpPr>
        <p:spPr>
          <a:xfrm>
            <a:off x="540000" y="1440000"/>
            <a:ext cx="8999640" cy="3599640"/>
          </a:xfrm>
          <a:prstGeom prst="rect">
            <a:avLst/>
          </a:prstGeom>
          <a:solidFill>
            <a:srgbClr val="FFFFFF">
              <a:alpha val="50000"/>
            </a:srgbClr>
          </a:solidFill>
          <a:ln w="0">
            <a:noFill/>
          </a:ln>
        </p:spPr>
        <p:txBody>
          <a:bodyPr lIns="0" tIns="0" rIns="0" bIns="0" anchor="t">
            <a:normAutofit/>
          </a:bodyPr>
          <a:lstStyle>
            <a:lvl1pPr algn="l">
              <a:lnSpc>
                <a:spcPct val="100000"/>
              </a:lnSpc>
              <a:spcAft>
                <a:spcPts val="1057"/>
              </a:spcAft>
              <a:buClr>
                <a:srgbClr val="000000"/>
              </a:buClr>
              <a:buSzPct val="45000"/>
              <a:buFont typeface="Wingdings" charset="2"/>
              <a:buChar char=""/>
              <a:defRPr lang="vi-VN" sz="2400" b="0" u="none" strike="noStrike">
                <a:solidFill>
                  <a:srgbClr val="000000"/>
                </a:solidFill>
                <a:effectLst/>
                <a:uFillTx/>
                <a:latin typeface="Arial"/>
              </a:defRPr>
            </a:lvl1pPr>
            <a:lvl2pPr lvl="1" algn="l">
              <a:lnSpc>
                <a:spcPct val="100000"/>
              </a:lnSpc>
              <a:spcAft>
                <a:spcPts val="845"/>
              </a:spcAft>
              <a:buClr>
                <a:srgbClr val="000000"/>
              </a:buClr>
              <a:buSzPct val="75000"/>
              <a:buFont typeface="Symbol" charset="2"/>
              <a:buChar char=""/>
              <a:defRPr lang="vi-VN" sz="2100" b="0" u="none" strike="noStrike">
                <a:solidFill>
                  <a:srgbClr val="000000"/>
                </a:solidFill>
                <a:effectLst/>
                <a:uFillTx/>
                <a:latin typeface="Arial"/>
              </a:defRPr>
            </a:lvl2pPr>
            <a:lvl3pPr lvl="2" algn="l">
              <a:lnSpc>
                <a:spcPct val="100000"/>
              </a:lnSpc>
              <a:spcAft>
                <a:spcPts val="632"/>
              </a:spcAft>
              <a:buClr>
                <a:srgbClr val="000000"/>
              </a:buClr>
              <a:buSzPct val="45000"/>
              <a:buFont typeface="Wingdings" charset="2"/>
              <a:buChar char=""/>
              <a:defRPr lang="vi-VN" sz="1800" b="0" u="none" strike="noStrike">
                <a:solidFill>
                  <a:srgbClr val="000000"/>
                </a:solidFill>
                <a:effectLst/>
                <a:uFillTx/>
                <a:latin typeface="Arial"/>
              </a:defRPr>
            </a:lvl3pPr>
            <a:lvl4pPr lvl="3" algn="l">
              <a:lnSpc>
                <a:spcPct val="100000"/>
              </a:lnSpc>
              <a:spcAft>
                <a:spcPts val="425"/>
              </a:spcAft>
              <a:buClr>
                <a:srgbClr val="000000"/>
              </a:buClr>
              <a:buSzPct val="75000"/>
              <a:buFont typeface="Symbol" charset="2"/>
              <a:buChar char=""/>
              <a:defRPr lang="vi-VN" sz="1500" b="0" u="none" strike="noStrike">
                <a:solidFill>
                  <a:srgbClr val="000000"/>
                </a:solidFill>
                <a:effectLst/>
                <a:uFillTx/>
                <a:latin typeface="Arial"/>
              </a:defRPr>
            </a:lvl4pPr>
            <a:lvl5pPr lvl="4" algn="l">
              <a:lnSpc>
                <a:spcPct val="100000"/>
              </a:lnSpc>
              <a:spcAft>
                <a:spcPts val="213"/>
              </a:spcAft>
              <a:buClr>
                <a:srgbClr val="000000"/>
              </a:buClr>
              <a:buSzPct val="45000"/>
              <a:buFont typeface="Wingdings" charset="2"/>
              <a:buChar char=""/>
              <a:defRPr lang="vi-VN" sz="1500" b="0" u="none" strike="noStrike">
                <a:solidFill>
                  <a:srgbClr val="000000"/>
                </a:solidFill>
                <a:effectLst/>
                <a:uFillTx/>
                <a:latin typeface="Arial"/>
              </a:defRPr>
            </a:lvl5pPr>
            <a:lvl6pPr lvl="5" algn="l">
              <a:lnSpc>
                <a:spcPct val="100000"/>
              </a:lnSpc>
              <a:spcAft>
                <a:spcPts val="213"/>
              </a:spcAft>
              <a:buClr>
                <a:srgbClr val="000000"/>
              </a:buClr>
              <a:buSzPct val="45000"/>
              <a:buFont typeface="Wingdings" charset="2"/>
              <a:buChar char=""/>
              <a:defRPr lang="vi-VN" sz="1500" b="0" u="none" strike="noStrike">
                <a:solidFill>
                  <a:srgbClr val="000000"/>
                </a:solidFill>
                <a:effectLst/>
                <a:uFillTx/>
                <a:latin typeface="Arial"/>
              </a:defRPr>
            </a:lvl6pPr>
            <a:lvl7pPr lvl="6" algn="l">
              <a:lnSpc>
                <a:spcPct val="100000"/>
              </a:lnSpc>
              <a:spcAft>
                <a:spcPts val="213"/>
              </a:spcAft>
              <a:buClr>
                <a:srgbClr val="000000"/>
              </a:buClr>
              <a:buSzPct val="45000"/>
              <a:buFont typeface="Wingdings" charset="2"/>
              <a:buChar char=""/>
              <a:defRPr lang="vi-VN" sz="1500" b="0" u="none" strike="noStrike">
                <a:solidFill>
                  <a:srgbClr val="000000"/>
                </a:solidFill>
                <a:effectLst/>
                <a:uFillTx/>
                <a:latin typeface="Arial"/>
              </a:defRPr>
            </a:lvl7pPr>
          </a:lstStyle>
          <a:p>
            <a:pPr marL="432000" indent="-324000" algn="l">
              <a:lnSpc>
                <a:spcPct val="100000"/>
              </a:lnSpc>
              <a:spcAft>
                <a:spcPts val="1057"/>
              </a:spcAft>
              <a:buClr>
                <a:srgbClr val="000000"/>
              </a:buClr>
              <a:buSzPct val="45000"/>
              <a:buFont typeface="Wingdings" charset="2"/>
              <a:buChar char=""/>
            </a:pPr>
            <a:r>
              <a:rPr lang="vi-VN" sz="2400" b="0" u="none" strike="noStrike">
                <a:solidFill>
                  <a:srgbClr val="000000"/>
                </a:solidFill>
                <a:effectLst/>
                <a:uFillTx/>
                <a:latin typeface="Arial"/>
              </a:rPr>
              <a:t>Click to edit the outline text format</a:t>
            </a:r>
            <a:endParaRPr lang="vi-VN" sz="2400" b="0" u="none" strike="noStrike">
              <a:solidFill>
                <a:srgbClr val="000000"/>
              </a:solidFill>
              <a:effectLst/>
              <a:uFillTx/>
              <a:latin typeface="Arial"/>
            </a:endParaRPr>
          </a:p>
          <a:p>
            <a:pPr marL="864000" lvl="1" indent="-324000" algn="l">
              <a:lnSpc>
                <a:spcPct val="100000"/>
              </a:lnSpc>
              <a:spcAft>
                <a:spcPts val="845"/>
              </a:spcAft>
              <a:buClr>
                <a:srgbClr val="000000"/>
              </a:buClr>
              <a:buSzPct val="75000"/>
              <a:buFont typeface="Symbol" charset="2"/>
              <a:buChar char=""/>
            </a:pPr>
            <a:r>
              <a:rPr lang="vi-VN" sz="2100" b="0" u="none" strike="noStrike">
                <a:solidFill>
                  <a:srgbClr val="000000"/>
                </a:solidFill>
                <a:effectLst/>
                <a:uFillTx/>
                <a:latin typeface="Arial"/>
              </a:rPr>
              <a:t>Second Outline Level</a:t>
            </a:r>
            <a:endParaRPr lang="vi-VN" sz="2100" b="0" u="none" strike="noStrike">
              <a:solidFill>
                <a:srgbClr val="000000"/>
              </a:solidFill>
              <a:effectLst/>
              <a:uFillTx/>
              <a:latin typeface="Arial"/>
            </a:endParaRPr>
          </a:p>
          <a:p>
            <a:pPr marL="1296000" lvl="2" indent="-288000" algn="l">
              <a:lnSpc>
                <a:spcPct val="100000"/>
              </a:lnSpc>
              <a:spcAft>
                <a:spcPts val="632"/>
              </a:spcAft>
              <a:buClr>
                <a:srgbClr val="000000"/>
              </a:buClr>
              <a:buSzPct val="45000"/>
              <a:buFont typeface="Wingdings" charset="2"/>
              <a:buChar char=""/>
            </a:pPr>
            <a:r>
              <a:rPr lang="vi-VN" sz="1800" b="0" u="none" strike="noStrike">
                <a:solidFill>
                  <a:srgbClr val="000000"/>
                </a:solidFill>
                <a:effectLst/>
                <a:uFillTx/>
                <a:latin typeface="Arial"/>
              </a:rPr>
              <a:t>Third Outline Level</a:t>
            </a:r>
            <a:endParaRPr lang="vi-VN" sz="1800" b="0" u="none" strike="noStrike">
              <a:solidFill>
                <a:srgbClr val="000000"/>
              </a:solidFill>
              <a:effectLst/>
              <a:uFillTx/>
              <a:latin typeface="Arial"/>
            </a:endParaRPr>
          </a:p>
          <a:p>
            <a:pPr marL="1728000" lvl="3" indent="-216000" algn="l">
              <a:lnSpc>
                <a:spcPct val="100000"/>
              </a:lnSpc>
              <a:spcAft>
                <a:spcPts val="425"/>
              </a:spcAft>
              <a:buClr>
                <a:srgbClr val="000000"/>
              </a:buClr>
              <a:buSzPct val="75000"/>
              <a:buFont typeface="Symbol" charset="2"/>
              <a:buChar char=""/>
            </a:pPr>
            <a:r>
              <a:rPr lang="vi-VN" sz="1500" b="0" u="none" strike="noStrike">
                <a:solidFill>
                  <a:srgbClr val="000000"/>
                </a:solidFill>
                <a:effectLst/>
                <a:uFillTx/>
                <a:latin typeface="Arial"/>
              </a:rPr>
              <a:t>Fourth Outline Level</a:t>
            </a:r>
            <a:endParaRPr lang="vi-VN" sz="1500" b="0" u="none" strike="noStrike">
              <a:solidFill>
                <a:srgbClr val="000000"/>
              </a:solidFill>
              <a:effectLst/>
              <a:uFillTx/>
              <a:latin typeface="Arial"/>
            </a:endParaRPr>
          </a:p>
          <a:p>
            <a:pPr marL="2160000" lvl="4" indent="-216000" algn="l">
              <a:lnSpc>
                <a:spcPct val="100000"/>
              </a:lnSpc>
              <a:spcAft>
                <a:spcPts val="213"/>
              </a:spcAft>
              <a:buClr>
                <a:srgbClr val="000000"/>
              </a:buClr>
              <a:buSzPct val="45000"/>
              <a:buFont typeface="Wingdings" charset="2"/>
              <a:buChar char=""/>
            </a:pPr>
            <a:r>
              <a:rPr lang="vi-VN" sz="1500" b="0" u="none" strike="noStrike">
                <a:solidFill>
                  <a:srgbClr val="000000"/>
                </a:solidFill>
                <a:effectLst/>
                <a:uFillTx/>
                <a:latin typeface="Arial"/>
              </a:rPr>
              <a:t>Fifth Outline Level</a:t>
            </a:r>
            <a:endParaRPr lang="vi-VN" sz="1500" b="0" u="none" strike="noStrike">
              <a:solidFill>
                <a:srgbClr val="000000"/>
              </a:solidFill>
              <a:effectLst/>
              <a:uFillTx/>
              <a:latin typeface="Arial"/>
            </a:endParaRPr>
          </a:p>
          <a:p>
            <a:pPr marL="2592000" lvl="5" indent="-216000" algn="l">
              <a:lnSpc>
                <a:spcPct val="100000"/>
              </a:lnSpc>
              <a:spcAft>
                <a:spcPts val="213"/>
              </a:spcAft>
              <a:buClr>
                <a:srgbClr val="000000"/>
              </a:buClr>
              <a:buSzPct val="45000"/>
              <a:buFont typeface="Wingdings" charset="2"/>
              <a:buChar char=""/>
            </a:pPr>
            <a:r>
              <a:rPr lang="vi-VN" sz="1500" b="0" u="none" strike="noStrike">
                <a:solidFill>
                  <a:srgbClr val="000000"/>
                </a:solidFill>
                <a:effectLst/>
                <a:uFillTx/>
                <a:latin typeface="Arial"/>
              </a:rPr>
              <a:t>Sixth Outline Level</a:t>
            </a:r>
            <a:endParaRPr lang="vi-VN" sz="1500" b="0" u="none" strike="noStrike">
              <a:solidFill>
                <a:srgbClr val="000000"/>
              </a:solidFill>
              <a:effectLst/>
              <a:uFillTx/>
              <a:latin typeface="Arial"/>
            </a:endParaRPr>
          </a:p>
          <a:p>
            <a:pPr marL="3024000" lvl="6" indent="-216000" algn="l">
              <a:lnSpc>
                <a:spcPct val="100000"/>
              </a:lnSpc>
              <a:spcAft>
                <a:spcPts val="213"/>
              </a:spcAft>
              <a:buClr>
                <a:srgbClr val="000000"/>
              </a:buClr>
              <a:buSzPct val="45000"/>
              <a:buFont typeface="Wingdings" charset="2"/>
              <a:buChar char=""/>
            </a:pPr>
            <a:r>
              <a:rPr lang="vi-VN" sz="1500" b="0" u="none" strike="noStrike">
                <a:solidFill>
                  <a:srgbClr val="000000"/>
                </a:solidFill>
                <a:effectLst/>
                <a:uFillTx/>
                <a:latin typeface="Arial"/>
              </a:rPr>
              <a:t>Seventh Outline Level</a:t>
            </a:r>
            <a:endParaRPr lang="vi-VN" sz="1500" b="0" u="none" strike="noStrike">
              <a:solidFill>
                <a:srgbClr val="000000"/>
              </a:solidFill>
              <a:effectLst/>
              <a:uFillTx/>
              <a:latin typeface="Arial"/>
            </a:endParaRPr>
          </a:p>
        </p:txBody>
      </p:sp>
      <p:sp>
        <p:nvSpPr>
          <p:cNvPr id="51" name="PlaceHolder 3"/>
          <p:cNvSpPr>
            <a:spLocks noGrp="1"/>
          </p:cNvSpPr>
          <p:nvPr>
            <p:ph type="dt" idx="7"/>
          </p:nvPr>
        </p:nvSpPr>
        <p:spPr>
          <a:xfrm>
            <a:off x="180000" y="5308200"/>
            <a:ext cx="2339640" cy="213840"/>
          </a:xfrm>
          <a:prstGeom prst="rect">
            <a:avLst/>
          </a:prstGeom>
          <a:noFill/>
          <a:ln w="0">
            <a:noFill/>
          </a:ln>
        </p:spPr>
        <p:txBody>
          <a:bodyPr lIns="0" tIns="0" rIns="0" bIns="0" anchor="b">
            <a:spAutoFit/>
          </a:bodyPr>
          <a:lstStyle>
            <a:lvl1pPr indent="0" algn="l">
              <a:lnSpc>
                <a:spcPct val="100000"/>
              </a:lnSpc>
              <a:buNone/>
              <a:tabLst>
                <a:tab pos="0" algn="l"/>
              </a:tabLst>
              <a:defRPr lang="vi-VN" sz="1400" b="0" u="none" strike="noStrike">
                <a:solidFill>
                  <a:srgbClr val="FFFFFF"/>
                </a:solidFill>
                <a:effectLst/>
                <a:uFillTx/>
                <a:latin typeface="Arial"/>
              </a:defRPr>
            </a:lvl1pPr>
          </a:lstStyle>
          <a:p>
            <a:pPr indent="0" algn="l">
              <a:lnSpc>
                <a:spcPct val="100000"/>
              </a:lnSpc>
              <a:buNone/>
              <a:tabLst>
                <a:tab pos="0" algn="l"/>
              </a:tabLst>
            </a:pPr>
            <a:r>
              <a:rPr lang="vi-VN" sz="1400" b="0" u="none" strike="noStrike">
                <a:solidFill>
                  <a:srgbClr val="FFFFFF"/>
                </a:solidFill>
                <a:effectLst/>
                <a:uFillTx/>
                <a:latin typeface="Arial"/>
              </a:rPr>
              <a:t>&lt;date/time&gt;</a:t>
            </a:r>
            <a:endParaRPr lang="vi-VN" sz="1400" b="0" u="none" strike="noStrike">
              <a:solidFill>
                <a:srgbClr val="000000"/>
              </a:solidFill>
              <a:effectLst/>
              <a:uFillTx/>
              <a:latin typeface="Times New Roman"/>
            </a:endParaRPr>
          </a:p>
        </p:txBody>
      </p:sp>
      <p:sp>
        <p:nvSpPr>
          <p:cNvPr id="52" name="PlaceHolder 4"/>
          <p:cNvSpPr>
            <a:spLocks noGrp="1"/>
          </p:cNvSpPr>
          <p:nvPr>
            <p:ph type="ftr" idx="8"/>
          </p:nvPr>
        </p:nvSpPr>
        <p:spPr>
          <a:xfrm>
            <a:off x="3420000" y="5308200"/>
            <a:ext cx="3239640" cy="213840"/>
          </a:xfrm>
          <a:prstGeom prst="rect">
            <a:avLst/>
          </a:prstGeom>
          <a:noFill/>
          <a:ln w="0">
            <a:noFill/>
          </a:ln>
        </p:spPr>
        <p:txBody>
          <a:bodyPr lIns="0" tIns="0" rIns="0" bIns="0" anchor="b">
            <a:spAutoFit/>
          </a:bodyPr>
          <a:lstStyle>
            <a:lvl1pPr indent="0" algn="ctr">
              <a:lnSpc>
                <a:spcPct val="100000"/>
              </a:lnSpc>
              <a:buNone/>
              <a:tabLst>
                <a:tab pos="0" algn="l"/>
              </a:tabLst>
              <a:defRPr lang="vi-VN" sz="1400" b="0" u="none" strike="noStrike">
                <a:solidFill>
                  <a:srgbClr val="FFFFFF"/>
                </a:solidFill>
                <a:effectLst/>
                <a:uFillTx/>
                <a:latin typeface="Arial"/>
              </a:defRPr>
            </a:lvl1pPr>
          </a:lstStyle>
          <a:p>
            <a:pPr indent="0" algn="ctr">
              <a:lnSpc>
                <a:spcPct val="100000"/>
              </a:lnSpc>
              <a:buNone/>
              <a:tabLst>
                <a:tab pos="0" algn="l"/>
              </a:tabLst>
            </a:pPr>
            <a:r>
              <a:rPr lang="vi-VN" sz="1400" b="0" u="none" strike="noStrike">
                <a:solidFill>
                  <a:srgbClr val="FFFFFF"/>
                </a:solidFill>
                <a:effectLst/>
                <a:uFillTx/>
                <a:latin typeface="Arial"/>
              </a:rPr>
              <a:t>&lt;footer&gt;</a:t>
            </a:r>
            <a:endParaRPr lang="vi-VN" sz="1400" b="0" u="none" strike="noStrike">
              <a:solidFill>
                <a:srgbClr val="000000"/>
              </a:solidFill>
              <a:effectLst/>
              <a:uFillTx/>
              <a:latin typeface="Times New Roman"/>
            </a:endParaRPr>
          </a:p>
        </p:txBody>
      </p:sp>
      <p:sp>
        <p:nvSpPr>
          <p:cNvPr id="53" name="PlaceHolder 5"/>
          <p:cNvSpPr>
            <a:spLocks noGrp="1"/>
          </p:cNvSpPr>
          <p:nvPr>
            <p:ph type="sldNum" idx="9"/>
          </p:nvPr>
        </p:nvSpPr>
        <p:spPr>
          <a:xfrm>
            <a:off x="7560000" y="5308200"/>
            <a:ext cx="2339640" cy="213840"/>
          </a:xfrm>
          <a:prstGeom prst="rect">
            <a:avLst/>
          </a:prstGeom>
          <a:noFill/>
          <a:ln w="0">
            <a:noFill/>
          </a:ln>
        </p:spPr>
        <p:txBody>
          <a:bodyPr lIns="0" tIns="0" rIns="0" bIns="0" anchor="b">
            <a:spAutoFit/>
          </a:bodyPr>
          <a:lstStyle>
            <a:lvl1pPr indent="0" algn="r">
              <a:lnSpc>
                <a:spcPct val="100000"/>
              </a:lnSpc>
              <a:buNone/>
              <a:tabLst>
                <a:tab pos="0" algn="l"/>
              </a:tabLst>
              <a:defRPr lang="vi-VN" sz="1400" b="0" u="none" strike="noStrike">
                <a:solidFill>
                  <a:srgbClr val="FFFFFF"/>
                </a:solidFill>
                <a:effectLst/>
                <a:uFillTx/>
                <a:latin typeface="Arial"/>
              </a:defRPr>
            </a:lvl1pPr>
          </a:lstStyle>
          <a:p>
            <a:pPr indent="0" algn="r">
              <a:lnSpc>
                <a:spcPct val="100000"/>
              </a:lnSpc>
              <a:buNone/>
              <a:tabLst>
                <a:tab pos="0" algn="l"/>
              </a:tabLst>
            </a:pPr>
            <a:fld id="{0D25F153-2E65-4FAE-841A-DC060E428A63}" type="slidenum">
              <a:rPr lang="vi-VN" sz="1400" b="0" u="none" strike="noStrike">
                <a:solidFill>
                  <a:srgbClr val="FFFFFF"/>
                </a:solidFill>
                <a:effectLst/>
                <a:uFillTx/>
                <a:latin typeface="Arial"/>
              </a:rPr>
              <a:t>&lt;number&gt;</a:t>
            </a:fld>
            <a:endParaRPr lang="vi-VN" sz="14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2 16:9">
    <p:spTree>
      <p:nvGrpSpPr>
        <p:cNvPr id="1" name=""/>
        <p:cNvGrpSpPr/>
        <p:nvPr/>
      </p:nvGrpSpPr>
      <p:grpSpPr>
        <a:xfrm>
          <a:off x="0" y="0"/>
          <a:ext cx="0" cy="0"/>
          <a:chOff x="0" y="0"/>
          <a:chExt cx="0" cy="0"/>
        </a:xfrm>
      </p:grpSpPr>
      <p:sp>
        <p:nvSpPr>
          <p:cNvPr id="54" name=""/>
          <p:cNvSpPr/>
          <p:nvPr/>
        </p:nvSpPr>
        <p:spPr>
          <a:xfrm>
            <a:off x="0" y="0"/>
            <a:ext cx="10079640" cy="566964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tIns="0" rIns="0" bIns="0" anchor="t">
            <a:spAutoFit/>
          </a:bodyPr>
          <a:p>
            <a:pPr/>
            <a:endParaRPr lang="vi-VN" sz="1400" b="1" u="none" strike="noStrike">
              <a:solidFill>
                <a:srgbClr val="FFFFFF"/>
              </a:solidFill>
              <a:effectLst/>
              <a:uFillTx/>
              <a:latin typeface="Arial"/>
            </a:endParaRPr>
          </a:p>
        </p:txBody>
      </p:sp>
      <p:sp>
        <p:nvSpPr>
          <p:cNvPr id="55" name=""/>
          <p:cNvSpPr/>
          <p:nvPr/>
        </p:nvSpPr>
        <p:spPr>
          <a:xfrm flipH="1">
            <a:off x="-720" y="0"/>
            <a:ext cx="10079640" cy="566964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56" name=""/>
          <p:cNvSpPr/>
          <p:nvPr/>
        </p:nvSpPr>
        <p:spPr>
          <a:xfrm>
            <a:off x="0" y="1260000"/>
            <a:ext cx="10079640" cy="4409640"/>
          </a:xfrm>
          <a:prstGeom prst="rect">
            <a:avLst/>
          </a:prstGeom>
          <a:solidFill>
            <a:srgbClr val="FFFFFF"/>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57" name=""/>
          <p:cNvSpPr/>
          <p:nvPr/>
        </p:nvSpPr>
        <p:spPr>
          <a:xfrm>
            <a:off x="1440000" y="1080000"/>
            <a:ext cx="1439640" cy="1259640"/>
          </a:xfrm>
          <a:prstGeom prst="ellipse">
            <a:avLst/>
          </a:prstGeom>
          <a:solidFill>
            <a:srgbClr val="FFFFFF">
              <a:alpha val="3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58" name=""/>
          <p:cNvSpPr/>
          <p:nvPr/>
        </p:nvSpPr>
        <p:spPr>
          <a:xfrm>
            <a:off x="540000" y="1080000"/>
            <a:ext cx="719640" cy="719640"/>
          </a:xfrm>
          <a:prstGeom prst="ellipse">
            <a:avLst/>
          </a:prstGeom>
          <a:solidFill>
            <a:srgbClr val="FFFFFF">
              <a:alpha val="20000"/>
            </a:srgbClr>
          </a:solidFill>
          <a:ln w="0">
            <a:noFill/>
          </a:ln>
        </p:spPr>
        <p:style>
          <a:lnRef idx="0"/>
          <a:fillRef idx="0"/>
          <a:effectRef idx="0"/>
          <a:fontRef idx="minor"/>
        </p:style>
        <p:txBody>
          <a:bodyPr wrap="none" lIns="0" tIns="0" rIns="0" bIns="0" anchor="t">
            <a:noAutofit/>
          </a:bodyPr>
          <a:p>
            <a:pPr/>
            <a:endParaRPr lang="vi-VN" sz="1400" b="1" u="none" strike="noStrike">
              <a:solidFill>
                <a:srgbClr val="000000"/>
              </a:solidFill>
              <a:effectLst/>
              <a:uFillTx/>
              <a:latin typeface="Arial"/>
            </a:endParaRPr>
          </a:p>
        </p:txBody>
      </p:sp>
      <p:sp>
        <p:nvSpPr>
          <p:cNvPr id="59" name="PlaceHolder 1"/>
          <p:cNvSpPr>
            <a:spLocks noGrp="1"/>
          </p:cNvSpPr>
          <p:nvPr>
            <p:ph type="title"/>
          </p:nvPr>
        </p:nvSpPr>
        <p:spPr>
          <a:xfrm>
            <a:off x="540000" y="270000"/>
            <a:ext cx="8999640" cy="989640"/>
          </a:xfrm>
          <a:prstGeom prst="rect">
            <a:avLst/>
          </a:prstGeom>
          <a:noFill/>
          <a:ln w="0">
            <a:noFill/>
          </a:ln>
        </p:spPr>
        <p:txBody>
          <a:bodyPr lIns="0" tIns="0" rIns="0" bIns="0" anchor="ctr">
            <a:noAutofit/>
          </a:bodyPr>
          <a:lstStyle>
            <a:lvl1pPr indent="0" algn="ctr">
              <a:lnSpc>
                <a:spcPct val="100000"/>
              </a:lnSpc>
              <a:buNone/>
              <a:tabLst>
                <a:tab pos="0" algn="l"/>
              </a:tabLst>
              <a:defRPr lang="vi-VN" sz="3300" b="0" u="none" strike="noStrike">
                <a:solidFill>
                  <a:srgbClr val="FFFFFF"/>
                </a:solidFill>
                <a:effectLst/>
                <a:uFillTx/>
                <a:latin typeface="Arial"/>
              </a:defRPr>
            </a:lvl1pPr>
          </a:lstStyle>
          <a:p>
            <a:pPr indent="0" algn="ctr">
              <a:lnSpc>
                <a:spcPct val="100000"/>
              </a:lnSpc>
              <a:buNone/>
              <a:tabLst>
                <a:tab pos="0" algn="l"/>
              </a:tabLst>
            </a:pPr>
            <a:r>
              <a:rPr lang="vi-VN" sz="3300" b="0" u="none" strike="noStrike">
                <a:solidFill>
                  <a:srgbClr val="FFFFFF"/>
                </a:solidFill>
                <a:effectLst/>
                <a:uFillTx/>
                <a:latin typeface="Arial"/>
              </a:rPr>
              <a:t>Click to edit the title text format</a:t>
            </a:r>
            <a:endParaRPr lang="vi-VN" sz="3300" b="0" u="none" strike="noStrike">
              <a:solidFill>
                <a:srgbClr val="FFFFFF"/>
              </a:solidFill>
              <a:effectLst/>
              <a:uFillTx/>
              <a:latin typeface="Arial"/>
            </a:endParaRPr>
          </a:p>
        </p:txBody>
      </p:sp>
      <p:sp>
        <p:nvSpPr>
          <p:cNvPr id="60" name="PlaceHolder 2"/>
          <p:cNvSpPr>
            <a:spLocks noGrp="1"/>
          </p:cNvSpPr>
          <p:nvPr>
            <p:ph type="body"/>
          </p:nvPr>
        </p:nvSpPr>
        <p:spPr>
          <a:xfrm>
            <a:off x="540000" y="1440000"/>
            <a:ext cx="8999640" cy="3599640"/>
          </a:xfrm>
          <a:prstGeom prst="rect">
            <a:avLst/>
          </a:prstGeom>
          <a:noFill/>
          <a:ln w="0">
            <a:noFill/>
          </a:ln>
        </p:spPr>
        <p:txBody>
          <a:bodyPr lIns="0" tIns="0" rIns="0" bIns="0" anchor="t">
            <a:normAutofit/>
          </a:bodyPr>
          <a:lstStyle>
            <a:lvl1pPr algn="l">
              <a:lnSpc>
                <a:spcPct val="100000"/>
              </a:lnSpc>
              <a:spcAft>
                <a:spcPts val="1060"/>
              </a:spcAft>
              <a:buClr>
                <a:srgbClr val="000000"/>
              </a:buClr>
              <a:buSzPct val="45000"/>
              <a:buFont typeface="Wingdings" charset="2"/>
              <a:buChar char=""/>
              <a:defRPr lang="vi-VN" sz="2400" b="0" u="none" strike="noStrike">
                <a:solidFill>
                  <a:srgbClr val="000000"/>
                </a:solidFill>
                <a:effectLst/>
                <a:uFillTx/>
                <a:latin typeface="Arial"/>
              </a:defRPr>
            </a:lvl1pPr>
            <a:lvl2pPr lvl="1" algn="l">
              <a:lnSpc>
                <a:spcPct val="100000"/>
              </a:lnSpc>
              <a:spcAft>
                <a:spcPts val="850"/>
              </a:spcAft>
              <a:buClr>
                <a:srgbClr val="000000"/>
              </a:buClr>
              <a:buSzPct val="75000"/>
              <a:buFont typeface="Symbol" charset="2"/>
              <a:buChar char=""/>
              <a:defRPr lang="vi-VN" sz="2100" b="0" u="none" strike="noStrike">
                <a:solidFill>
                  <a:srgbClr val="000000"/>
                </a:solidFill>
                <a:effectLst/>
                <a:uFillTx/>
                <a:latin typeface="Arial"/>
              </a:defRPr>
            </a:lvl2pPr>
            <a:lvl3pPr lvl="2" algn="l">
              <a:lnSpc>
                <a:spcPct val="100000"/>
              </a:lnSpc>
              <a:spcAft>
                <a:spcPts val="635"/>
              </a:spcAft>
              <a:buClr>
                <a:srgbClr val="000000"/>
              </a:buClr>
              <a:buSzPct val="45000"/>
              <a:buFont typeface="Wingdings" charset="2"/>
              <a:buChar char=""/>
              <a:defRPr lang="vi-VN" sz="1800" b="0" u="none" strike="noStrike">
                <a:solidFill>
                  <a:srgbClr val="000000"/>
                </a:solidFill>
                <a:effectLst/>
                <a:uFillTx/>
                <a:latin typeface="Arial"/>
              </a:defRPr>
            </a:lvl3pPr>
            <a:lvl4pPr lvl="3" algn="l">
              <a:lnSpc>
                <a:spcPct val="100000"/>
              </a:lnSpc>
              <a:spcAft>
                <a:spcPts val="425"/>
              </a:spcAft>
              <a:buClr>
                <a:srgbClr val="000000"/>
              </a:buClr>
              <a:buSzPct val="75000"/>
              <a:buFont typeface="Symbol" charset="2"/>
              <a:buChar char=""/>
              <a:defRPr lang="vi-VN" sz="1500" b="0" u="none" strike="noStrike">
                <a:solidFill>
                  <a:srgbClr val="000000"/>
                </a:solidFill>
                <a:effectLst/>
                <a:uFillTx/>
                <a:latin typeface="Arial"/>
              </a:defRPr>
            </a:lvl4pPr>
            <a:lvl5pPr lvl="4" algn="l">
              <a:lnSpc>
                <a:spcPct val="100000"/>
              </a:lnSpc>
              <a:spcAft>
                <a:spcPts val="213"/>
              </a:spcAft>
              <a:buClr>
                <a:srgbClr val="000000"/>
              </a:buClr>
              <a:buSzPct val="45000"/>
              <a:buFont typeface="Wingdings" charset="2"/>
              <a:buChar char=""/>
              <a:defRPr lang="vi-VN" sz="1500" b="0" u="none" strike="noStrike">
                <a:solidFill>
                  <a:srgbClr val="000000"/>
                </a:solidFill>
                <a:effectLst/>
                <a:uFillTx/>
                <a:latin typeface="Arial"/>
              </a:defRPr>
            </a:lvl5pPr>
            <a:lvl6pPr lvl="5" algn="l">
              <a:lnSpc>
                <a:spcPct val="100000"/>
              </a:lnSpc>
              <a:spcAft>
                <a:spcPts val="213"/>
              </a:spcAft>
              <a:buClr>
                <a:srgbClr val="000000"/>
              </a:buClr>
              <a:buSzPct val="45000"/>
              <a:buFont typeface="Wingdings" charset="2"/>
              <a:buChar char=""/>
              <a:defRPr lang="vi-VN" sz="1500" b="0" u="none" strike="noStrike">
                <a:solidFill>
                  <a:srgbClr val="000000"/>
                </a:solidFill>
                <a:effectLst/>
                <a:uFillTx/>
                <a:latin typeface="Arial"/>
              </a:defRPr>
            </a:lvl6pPr>
            <a:lvl7pPr lvl="6" algn="l">
              <a:lnSpc>
                <a:spcPct val="100000"/>
              </a:lnSpc>
              <a:spcAft>
                <a:spcPts val="213"/>
              </a:spcAft>
              <a:buClr>
                <a:srgbClr val="000000"/>
              </a:buClr>
              <a:buSzPct val="45000"/>
              <a:buFont typeface="Wingdings" charset="2"/>
              <a:buChar char=""/>
              <a:defRPr lang="vi-VN" sz="1500" b="0" u="none" strike="noStrike">
                <a:solidFill>
                  <a:srgbClr val="000000"/>
                </a:solidFill>
                <a:effectLst/>
                <a:uFillTx/>
                <a:latin typeface="Arial"/>
              </a:defRPr>
            </a:lvl7pPr>
          </a:lstStyle>
          <a:p>
            <a:pPr marL="432000" indent="-324000" algn="l">
              <a:lnSpc>
                <a:spcPct val="100000"/>
              </a:lnSpc>
              <a:spcAft>
                <a:spcPts val="1060"/>
              </a:spcAft>
              <a:buClr>
                <a:srgbClr val="000000"/>
              </a:buClr>
              <a:buSzPct val="45000"/>
              <a:buFont typeface="Wingdings" charset="2"/>
              <a:buChar char=""/>
            </a:pPr>
            <a:r>
              <a:rPr lang="vi-VN" sz="2400" b="0" u="none" strike="noStrike">
                <a:solidFill>
                  <a:srgbClr val="000000"/>
                </a:solidFill>
                <a:effectLst/>
                <a:uFillTx/>
                <a:latin typeface="Arial"/>
              </a:rPr>
              <a:t>Click to edit the outline text format</a:t>
            </a:r>
            <a:endParaRPr lang="vi-VN" sz="2400" b="0" u="none" strike="noStrike">
              <a:solidFill>
                <a:srgbClr val="000000"/>
              </a:solidFill>
              <a:effectLst/>
              <a:uFillTx/>
              <a:latin typeface="Arial"/>
            </a:endParaRPr>
          </a:p>
          <a:p>
            <a:pPr marL="864000" lvl="1" indent="-324000" algn="l">
              <a:lnSpc>
                <a:spcPct val="100000"/>
              </a:lnSpc>
              <a:spcAft>
                <a:spcPts val="850"/>
              </a:spcAft>
              <a:buClr>
                <a:srgbClr val="000000"/>
              </a:buClr>
              <a:buSzPct val="75000"/>
              <a:buFont typeface="Symbol" charset="2"/>
              <a:buChar char=""/>
            </a:pPr>
            <a:r>
              <a:rPr lang="vi-VN" sz="2100" b="0" u="none" strike="noStrike">
                <a:solidFill>
                  <a:srgbClr val="000000"/>
                </a:solidFill>
                <a:effectLst/>
                <a:uFillTx/>
                <a:latin typeface="Arial"/>
              </a:rPr>
              <a:t>Second Outline Level</a:t>
            </a:r>
            <a:endParaRPr lang="vi-VN" sz="2100" b="0" u="none" strike="noStrike">
              <a:solidFill>
                <a:srgbClr val="000000"/>
              </a:solidFill>
              <a:effectLst/>
              <a:uFillTx/>
              <a:latin typeface="Arial"/>
            </a:endParaRPr>
          </a:p>
          <a:p>
            <a:pPr marL="1296000" lvl="2" indent="-288000" algn="l">
              <a:lnSpc>
                <a:spcPct val="100000"/>
              </a:lnSpc>
              <a:spcAft>
                <a:spcPts val="635"/>
              </a:spcAft>
              <a:buClr>
                <a:srgbClr val="000000"/>
              </a:buClr>
              <a:buSzPct val="45000"/>
              <a:buFont typeface="Wingdings" charset="2"/>
              <a:buChar char=""/>
            </a:pPr>
            <a:r>
              <a:rPr lang="vi-VN" sz="1800" b="0" u="none" strike="noStrike">
                <a:solidFill>
                  <a:srgbClr val="000000"/>
                </a:solidFill>
                <a:effectLst/>
                <a:uFillTx/>
                <a:latin typeface="Arial"/>
              </a:rPr>
              <a:t>Third Outline Level</a:t>
            </a:r>
            <a:endParaRPr lang="vi-VN" sz="1800" b="0" u="none" strike="noStrike">
              <a:solidFill>
                <a:srgbClr val="000000"/>
              </a:solidFill>
              <a:effectLst/>
              <a:uFillTx/>
              <a:latin typeface="Arial"/>
            </a:endParaRPr>
          </a:p>
          <a:p>
            <a:pPr marL="1728000" lvl="3" indent="-216000" algn="l">
              <a:lnSpc>
                <a:spcPct val="100000"/>
              </a:lnSpc>
              <a:spcAft>
                <a:spcPts val="425"/>
              </a:spcAft>
              <a:buClr>
                <a:srgbClr val="000000"/>
              </a:buClr>
              <a:buSzPct val="75000"/>
              <a:buFont typeface="Symbol" charset="2"/>
              <a:buChar char=""/>
            </a:pPr>
            <a:r>
              <a:rPr lang="vi-VN" sz="1500" b="0" u="none" strike="noStrike">
                <a:solidFill>
                  <a:srgbClr val="000000"/>
                </a:solidFill>
                <a:effectLst/>
                <a:uFillTx/>
                <a:latin typeface="Arial"/>
              </a:rPr>
              <a:t>Fourth Outline Level</a:t>
            </a:r>
            <a:endParaRPr lang="vi-VN" sz="1500" b="0" u="none" strike="noStrike">
              <a:solidFill>
                <a:srgbClr val="000000"/>
              </a:solidFill>
              <a:effectLst/>
              <a:uFillTx/>
              <a:latin typeface="Arial"/>
            </a:endParaRPr>
          </a:p>
          <a:p>
            <a:pPr marL="2160000" lvl="4" indent="-216000" algn="l">
              <a:lnSpc>
                <a:spcPct val="100000"/>
              </a:lnSpc>
              <a:spcAft>
                <a:spcPts val="213"/>
              </a:spcAft>
              <a:buClr>
                <a:srgbClr val="000000"/>
              </a:buClr>
              <a:buSzPct val="45000"/>
              <a:buFont typeface="Wingdings" charset="2"/>
              <a:buChar char=""/>
            </a:pPr>
            <a:r>
              <a:rPr lang="vi-VN" sz="1500" b="0" u="none" strike="noStrike">
                <a:solidFill>
                  <a:srgbClr val="000000"/>
                </a:solidFill>
                <a:effectLst/>
                <a:uFillTx/>
                <a:latin typeface="Arial"/>
              </a:rPr>
              <a:t>Fifth Outline Level</a:t>
            </a:r>
            <a:endParaRPr lang="vi-VN" sz="1500" b="0" u="none" strike="noStrike">
              <a:solidFill>
                <a:srgbClr val="000000"/>
              </a:solidFill>
              <a:effectLst/>
              <a:uFillTx/>
              <a:latin typeface="Arial"/>
            </a:endParaRPr>
          </a:p>
          <a:p>
            <a:pPr marL="2592000" lvl="5" indent="-216000" algn="l">
              <a:lnSpc>
                <a:spcPct val="100000"/>
              </a:lnSpc>
              <a:spcAft>
                <a:spcPts val="213"/>
              </a:spcAft>
              <a:buClr>
                <a:srgbClr val="000000"/>
              </a:buClr>
              <a:buSzPct val="45000"/>
              <a:buFont typeface="Wingdings" charset="2"/>
              <a:buChar char=""/>
            </a:pPr>
            <a:r>
              <a:rPr lang="vi-VN" sz="1500" b="0" u="none" strike="noStrike">
                <a:solidFill>
                  <a:srgbClr val="000000"/>
                </a:solidFill>
                <a:effectLst/>
                <a:uFillTx/>
                <a:latin typeface="Arial"/>
              </a:rPr>
              <a:t>Sixth Outline Level</a:t>
            </a:r>
            <a:endParaRPr lang="vi-VN" sz="1500" b="0" u="none" strike="noStrike">
              <a:solidFill>
                <a:srgbClr val="000000"/>
              </a:solidFill>
              <a:effectLst/>
              <a:uFillTx/>
              <a:latin typeface="Arial"/>
            </a:endParaRPr>
          </a:p>
          <a:p>
            <a:pPr marL="3024000" lvl="6" indent="-216000" algn="l">
              <a:lnSpc>
                <a:spcPct val="100000"/>
              </a:lnSpc>
              <a:spcAft>
                <a:spcPts val="213"/>
              </a:spcAft>
              <a:buClr>
                <a:srgbClr val="000000"/>
              </a:buClr>
              <a:buSzPct val="45000"/>
              <a:buFont typeface="Wingdings" charset="2"/>
              <a:buChar char=""/>
            </a:pPr>
            <a:r>
              <a:rPr lang="vi-VN" sz="1500" b="0" u="none" strike="noStrike">
                <a:solidFill>
                  <a:srgbClr val="000000"/>
                </a:solidFill>
                <a:effectLst/>
                <a:uFillTx/>
                <a:latin typeface="Arial"/>
              </a:rPr>
              <a:t>Seventh Outline Level</a:t>
            </a:r>
            <a:endParaRPr lang="vi-VN" sz="1500" b="0" u="none" strike="noStrike">
              <a:solidFill>
                <a:srgbClr val="000000"/>
              </a:solidFill>
              <a:effectLst/>
              <a:uFillTx/>
              <a:latin typeface="Arial"/>
            </a:endParaRPr>
          </a:p>
        </p:txBody>
      </p:sp>
      <p:sp>
        <p:nvSpPr>
          <p:cNvPr id="61" name="PlaceHolder 3"/>
          <p:cNvSpPr>
            <a:spLocks noGrp="1"/>
          </p:cNvSpPr>
          <p:nvPr>
            <p:ph type="dt" idx="10"/>
          </p:nvPr>
        </p:nvSpPr>
        <p:spPr>
          <a:xfrm>
            <a:off x="180000" y="5308200"/>
            <a:ext cx="2339640" cy="213840"/>
          </a:xfrm>
          <a:prstGeom prst="rect">
            <a:avLst/>
          </a:prstGeom>
          <a:noFill/>
          <a:ln w="0">
            <a:noFill/>
          </a:ln>
        </p:spPr>
        <p:txBody>
          <a:bodyPr lIns="0" tIns="0" rIns="0" bIns="0" anchor="b">
            <a:spAutoFit/>
          </a:bodyPr>
          <a:lstStyle>
            <a:lvl1pPr indent="0" algn="l">
              <a:lnSpc>
                <a:spcPct val="100000"/>
              </a:lnSpc>
              <a:buNone/>
              <a:tabLst>
                <a:tab pos="0" algn="l"/>
              </a:tabLst>
              <a:defRPr lang="vi-VN" sz="1400" b="0" u="none" strike="noStrike">
                <a:solidFill>
                  <a:srgbClr val="000000"/>
                </a:solidFill>
                <a:effectLst/>
                <a:uFillTx/>
                <a:latin typeface="Arial"/>
              </a:defRPr>
            </a:lvl1pPr>
          </a:lstStyle>
          <a:p>
            <a:pPr indent="0" algn="l">
              <a:lnSpc>
                <a:spcPct val="100000"/>
              </a:lnSpc>
              <a:buNone/>
              <a:tabLst>
                <a:tab pos="0" algn="l"/>
              </a:tabLst>
            </a:pPr>
            <a:r>
              <a:rPr lang="vi-VN" sz="1400" b="0" u="none" strike="noStrike">
                <a:solidFill>
                  <a:srgbClr val="000000"/>
                </a:solidFill>
                <a:effectLst/>
                <a:uFillTx/>
                <a:latin typeface="Arial"/>
              </a:rPr>
              <a:t>&lt;date/time&gt;</a:t>
            </a:r>
            <a:endParaRPr lang="vi-VN" sz="1400" b="0" u="none" strike="noStrike">
              <a:solidFill>
                <a:srgbClr val="000000"/>
              </a:solidFill>
              <a:effectLst/>
              <a:uFillTx/>
              <a:latin typeface="Times New Roman"/>
            </a:endParaRPr>
          </a:p>
        </p:txBody>
      </p:sp>
      <p:sp>
        <p:nvSpPr>
          <p:cNvPr id="62" name="PlaceHolder 4"/>
          <p:cNvSpPr>
            <a:spLocks noGrp="1"/>
          </p:cNvSpPr>
          <p:nvPr>
            <p:ph type="ftr" idx="11"/>
          </p:nvPr>
        </p:nvSpPr>
        <p:spPr>
          <a:xfrm>
            <a:off x="3420000" y="5308200"/>
            <a:ext cx="3239640" cy="213840"/>
          </a:xfrm>
          <a:prstGeom prst="rect">
            <a:avLst/>
          </a:prstGeom>
          <a:noFill/>
          <a:ln w="0">
            <a:noFill/>
          </a:ln>
        </p:spPr>
        <p:txBody>
          <a:bodyPr lIns="0" tIns="0" rIns="0" bIns="0" anchor="b">
            <a:spAutoFit/>
          </a:bodyPr>
          <a:lstStyle>
            <a:lvl1pPr indent="0" algn="ctr">
              <a:lnSpc>
                <a:spcPct val="100000"/>
              </a:lnSpc>
              <a:buNone/>
              <a:tabLst>
                <a:tab pos="0" algn="l"/>
              </a:tabLst>
              <a:defRPr lang="vi-VN" sz="1400" b="0" u="none" strike="noStrike">
                <a:solidFill>
                  <a:srgbClr val="000000"/>
                </a:solidFill>
                <a:effectLst/>
                <a:uFillTx/>
                <a:latin typeface="Arial"/>
              </a:defRPr>
            </a:lvl1pPr>
          </a:lstStyle>
          <a:p>
            <a:pPr indent="0" algn="ctr">
              <a:lnSpc>
                <a:spcPct val="100000"/>
              </a:lnSpc>
              <a:buNone/>
              <a:tabLst>
                <a:tab pos="0" algn="l"/>
              </a:tabLst>
            </a:pPr>
            <a:r>
              <a:rPr lang="vi-VN" sz="1400" b="0" u="none" strike="noStrike">
                <a:solidFill>
                  <a:srgbClr val="000000"/>
                </a:solidFill>
                <a:effectLst/>
                <a:uFillTx/>
                <a:latin typeface="Arial"/>
              </a:rPr>
              <a:t>&lt;footer&gt;</a:t>
            </a:r>
            <a:endParaRPr lang="vi-VN" sz="1400" b="0" u="none" strike="noStrike">
              <a:solidFill>
                <a:srgbClr val="000000"/>
              </a:solidFill>
              <a:effectLst/>
              <a:uFillTx/>
              <a:latin typeface="Times New Roman"/>
            </a:endParaRPr>
          </a:p>
        </p:txBody>
      </p:sp>
      <p:sp>
        <p:nvSpPr>
          <p:cNvPr id="63" name="PlaceHolder 5"/>
          <p:cNvSpPr>
            <a:spLocks noGrp="1"/>
          </p:cNvSpPr>
          <p:nvPr>
            <p:ph type="sldNum" idx="12"/>
          </p:nvPr>
        </p:nvSpPr>
        <p:spPr>
          <a:xfrm>
            <a:off x="7560000" y="5308200"/>
            <a:ext cx="2339640" cy="213840"/>
          </a:xfrm>
          <a:prstGeom prst="rect">
            <a:avLst/>
          </a:prstGeom>
          <a:noFill/>
          <a:ln w="0">
            <a:noFill/>
          </a:ln>
        </p:spPr>
        <p:txBody>
          <a:bodyPr lIns="0" tIns="0" rIns="0" bIns="0" anchor="b">
            <a:spAutoFit/>
          </a:bodyPr>
          <a:lstStyle>
            <a:lvl1pPr indent="0" algn="r">
              <a:lnSpc>
                <a:spcPct val="100000"/>
              </a:lnSpc>
              <a:buNone/>
              <a:tabLst>
                <a:tab pos="0" algn="l"/>
              </a:tabLst>
              <a:defRPr lang="vi-VN" sz="1400" b="0" u="none" strike="noStrike">
                <a:solidFill>
                  <a:srgbClr val="000000"/>
                </a:solidFill>
                <a:effectLst/>
                <a:uFillTx/>
                <a:latin typeface="Arial"/>
              </a:defRPr>
            </a:lvl1pPr>
          </a:lstStyle>
          <a:p>
            <a:pPr indent="0" algn="r">
              <a:lnSpc>
                <a:spcPct val="100000"/>
              </a:lnSpc>
              <a:buNone/>
              <a:tabLst>
                <a:tab pos="0" algn="l"/>
              </a:tabLst>
            </a:pPr>
            <a:fld id="{488830AE-C623-4BF6-9297-623D403F2629}" type="slidenum">
              <a:rPr lang="vi-VN" sz="1400" b="0" u="none" strike="noStrike">
                <a:solidFill>
                  <a:srgbClr val="000000"/>
                </a:solidFill>
                <a:effectLst/>
                <a:uFillTx/>
                <a:latin typeface="Arial"/>
              </a:rPr>
              <a:t>&lt;number&gt;</a:t>
            </a:fld>
            <a:endParaRPr lang="vi-VN" sz="14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40000" y="618840"/>
            <a:ext cx="8999640" cy="3291840"/>
          </a:xfrm>
          <a:prstGeom prst="rect">
            <a:avLst/>
          </a:prstGeom>
          <a:noFill/>
          <a:ln w="0">
            <a:noFill/>
          </a:ln>
        </p:spPr>
        <p:txBody>
          <a:bodyPr lIns="0" tIns="0" rIns="0" bIns="0" anchor="ctr">
            <a:spAutoFit/>
          </a:bodyPr>
          <a:p>
            <a:pPr indent="0" algn="l">
              <a:lnSpc>
                <a:spcPct val="100000"/>
              </a:lnSpc>
              <a:spcBef>
                <a:spcPts val="1191"/>
              </a:spcBef>
              <a:spcAft>
                <a:spcPts val="992"/>
              </a:spcAft>
              <a:buNone/>
              <a:tabLst>
                <a:tab pos="0" algn="l"/>
              </a:tabLst>
            </a:pPr>
            <a:r>
              <a:rPr lang="vi-VN" sz="4200" b="1" u="none" strike="noStrike">
                <a:solidFill>
                  <a:srgbClr val="FFFFFF"/>
                </a:solidFill>
                <a:effectLst/>
                <a:uFillTx/>
                <a:latin typeface="Arial"/>
              </a:rPr>
              <a:t>Chủ đề: Tìm kiếm và đánh giá thông tin tuyển sinh vào lớp 10 THPT tại Vĩnh Long</a:t>
            </a:r>
            <a:br>
              <a:rPr sz="4200"/>
            </a:br>
            <a:r>
              <a:rPr lang="vi-VN" sz="1600" b="1" u="none" strike="noStrike">
                <a:solidFill>
                  <a:srgbClr val="FFFFFF"/>
                </a:solidFill>
                <a:effectLst/>
                <a:uFillTx/>
                <a:latin typeface="Arial"/>
              </a:rPr>
              <a:t> </a:t>
            </a:r>
            <a:br>
              <a:rPr sz="4200"/>
            </a:br>
            <a:r>
              <a:rPr lang="vi-VN" sz="1600" b="1" u="none" strike="noStrike">
                <a:solidFill>
                  <a:srgbClr val="FFFFFF"/>
                </a:solidFill>
                <a:effectLst/>
                <a:uFillTx/>
                <a:latin typeface="Arial"/>
              </a:rPr>
              <a:t>Nhóm thực hiện: Võ Minh Trường và Nguyễn Phú Quí</a:t>
            </a:r>
            <a:br>
              <a:rPr sz="1600"/>
            </a:br>
            <a:r>
              <a:rPr lang="vi-VN" sz="1600" b="1" u="none" strike="noStrike">
                <a:solidFill>
                  <a:srgbClr val="FFFFFF"/>
                </a:solidFill>
                <a:effectLst/>
                <a:uFillTx/>
                <a:latin typeface="Arial"/>
              </a:rPr>
              <a:t>Lớp: 9/9</a:t>
            </a:r>
            <a:br>
              <a:rPr sz="4200"/>
            </a:br>
            <a:endParaRPr lang="vi-VN" sz="1600" b="0" u="none" strike="noStrike">
              <a:solidFill>
                <a:srgbClr val="FFFFFF"/>
              </a:solidFill>
              <a:effectLst/>
              <a:uFillTx/>
              <a:latin typeface="Arial"/>
            </a:endParaRPr>
          </a:p>
        </p:txBody>
      </p:sp>
      <p:sp>
        <p:nvSpPr>
          <p:cNvPr id="65" name="PlaceHolder 2"/>
          <p:cNvSpPr>
            <a:spLocks noGrp="1"/>
          </p:cNvSpPr>
          <p:nvPr>
            <p:ph type="subTitle"/>
          </p:nvPr>
        </p:nvSpPr>
        <p:spPr>
          <a:xfrm>
            <a:off x="540000" y="3329280"/>
            <a:ext cx="8999640" cy="2160360"/>
          </a:xfrm>
          <a:prstGeom prst="rect">
            <a:avLst/>
          </a:prstGeom>
          <a:noFill/>
          <a:ln w="0">
            <a:noFill/>
          </a:ln>
        </p:spPr>
        <p:txBody>
          <a:bodyPr lIns="0" tIns="0" rIns="0" bIns="0" anchor="ctr">
            <a:spAutoFit/>
          </a:bodyPr>
          <a:p>
            <a:pPr indent="0" algn="ctr">
              <a:lnSpc>
                <a:spcPct val="100000"/>
              </a:lnSpc>
              <a:spcBef>
                <a:spcPts val="1191"/>
              </a:spcBef>
              <a:spcAft>
                <a:spcPts val="992"/>
              </a:spcAft>
              <a:buNone/>
              <a:tabLst>
                <a:tab pos="0" algn="l"/>
              </a:tabLst>
            </a:pPr>
            <a:r>
              <a:rPr lang="vi-VN" sz="2600" b="0" u="none" strike="noStrike">
                <a:solidFill>
                  <a:srgbClr val="FFFFFF"/>
                </a:solidFill>
                <a:effectLst/>
                <a:uFillTx/>
                <a:latin typeface="Arial"/>
              </a:rPr>
              <a:t>Lời chào: Xin chào cô và các bạn. Hôm nay, nhóm chúng em xin trình bày kết quả thảo luận về việc vận dụng kỹ năng tìm kiếm và đánh giá chất lượng thông tin để lựa chọn trường THPT tại tỉnh Vĩnh Long.</a:t>
            </a:r>
            <a:endParaRPr lang="vi-VN"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fill="hold" nodeType="clickEffect" presetSubtype="4">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anim calcmode="lin" valueType="num">
                                      <p:cBhvr additive="repl">
                                        <p:cTn id="7" dur="500" fill="hold"/>
                                        <p:tgtEl>
                                          <p:spTgt spid="64">
                                            <p:txEl>
                                              <p:pRg st="0" end="0"/>
                                            </p:txEl>
                                          </p:spTgt>
                                        </p:tgtEl>
                                        <p:attrNameLst>
                                          <p:attrName>ppt_x</p:attrName>
                                        </p:attrNameLst>
                                      </p:cBhvr>
                                      <p:tavLst>
                                        <p:tav>
                                          <p:val>
                                            <p:strVal val="#ppt_x"/>
                                          </p:val>
                                        </p:tav>
                                        <p:tav tm="100000">
                                          <p:val>
                                            <p:strVal val="#ppt_x"/>
                                          </p:val>
                                        </p:tav>
                                      </p:tavLst>
                                    </p:anim>
                                    <p:anim calcmode="lin" valueType="num">
                                      <p:cBhvr additive="repl">
                                        <p:cTn id="8" dur="500" fill="hold"/>
                                        <p:tgtEl>
                                          <p:spTgt spid="64">
                                            <p:txEl>
                                              <p:pRg st="0" end="0"/>
                                            </p:txEl>
                                          </p:spTgt>
                                        </p:tgtEl>
                                        <p:attrNameLst>
                                          <p:attrName>ppt_y</p:attrName>
                                        </p:attrNameLst>
                                      </p:cBhvr>
                                      <p:tavLst>
                                        <p:tav>
                                          <p:val>
                                            <p:strVal val="1+#ppt_h/2"/>
                                          </p:val>
                                        </p:tav>
                                        <p:tav tm="100000">
                                          <p:val>
                                            <p:strVal val="#ppt_y"/>
                                          </p:val>
                                        </p:tav>
                                      </p:tavLst>
                                    </p:anim>
                                  </p:childTnLst>
                                </p:cTn>
                              </p:par>
                            </p:childTnLst>
                          </p:cTn>
                        </p:par>
                        <p:par>
                          <p:cTn id="9" fill="hold">
                            <p:stCondLst>
                              <p:cond delay="500"/>
                            </p:stCondLst>
                            <p:childTnLst>
                              <p:par>
                                <p:cTn id="10" presetID="2" presetClass="entr" fill="hold" nodeType="afterEffect" presetSubtype="4">
                                  <p:stCondLst>
                                    <p:cond delay="0"/>
                                  </p:stCondLst>
                                  <p:childTnLst>
                                    <p:set>
                                      <p:cBhvr>
                                        <p:cTn id="11" dur="1" fill="hold">
                                          <p:stCondLst>
                                            <p:cond delay="0"/>
                                          </p:stCondLst>
                                        </p:cTn>
                                        <p:tgtEl>
                                          <p:spTgt spid="65">
                                            <p:txEl>
                                              <p:pRg st="0" end="0"/>
                                            </p:txEl>
                                          </p:spTgt>
                                        </p:tgtEl>
                                        <p:attrNameLst>
                                          <p:attrName>style.visibility</p:attrName>
                                        </p:attrNameLst>
                                      </p:cBhvr>
                                      <p:to>
                                        <p:strVal val="visible"/>
                                      </p:to>
                                    </p:set>
                                    <p:anim calcmode="lin" valueType="num">
                                      <p:cBhvr additive="repl">
                                        <p:cTn id="12" dur="500" fill="hold"/>
                                        <p:tgtEl>
                                          <p:spTgt spid="65">
                                            <p:txEl>
                                              <p:pRg st="0" end="0"/>
                                            </p:txEl>
                                          </p:spTgt>
                                        </p:tgtEl>
                                        <p:attrNameLst>
                                          <p:attrName>ppt_x</p:attrName>
                                        </p:attrNameLst>
                                      </p:cBhvr>
                                      <p:tavLst>
                                        <p:tav>
                                          <p:val>
                                            <p:strVal val="#ppt_x"/>
                                          </p:val>
                                        </p:tav>
                                        <p:tav tm="100000">
                                          <p:val>
                                            <p:strVal val="#ppt_x"/>
                                          </p:val>
                                        </p:tav>
                                      </p:tavLst>
                                    </p:anim>
                                    <p:anim calcmode="lin" valueType="num">
                                      <p:cBhvr additive="repl">
                                        <p:cTn id="13" dur="500" fill="hold"/>
                                        <p:tgtEl>
                                          <p:spTgt spid="65">
                                            <p:txEl>
                                              <p:pRg st="0" end="0"/>
                                            </p:txEl>
                                          </p:spTgt>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540000" y="269640"/>
            <a:ext cx="8999640" cy="990360"/>
          </a:xfrm>
          <a:prstGeom prst="rect">
            <a:avLst/>
          </a:prstGeom>
          <a:noFill/>
          <a:ln w="0">
            <a:noFill/>
          </a:ln>
        </p:spPr>
        <p:txBody>
          <a:bodyPr lIns="0" tIns="0" rIns="0" bIns="0" anchor="ctr">
            <a:spAutoFit/>
          </a:bodyPr>
          <a:p>
            <a:pPr indent="0" algn="l">
              <a:lnSpc>
                <a:spcPct val="100000"/>
              </a:lnSpc>
              <a:spcBef>
                <a:spcPts val="1191"/>
              </a:spcBef>
              <a:spcAft>
                <a:spcPts val="992"/>
              </a:spcAft>
              <a:buNone/>
              <a:tabLst>
                <a:tab pos="0" algn="l"/>
              </a:tabLst>
            </a:pPr>
            <a:r>
              <a:rPr lang="vi-VN" sz="2800" b="1" u="none" strike="noStrike">
                <a:solidFill>
                  <a:srgbClr val="FFFFFF"/>
                </a:solidFill>
                <a:effectLst/>
                <a:uFillTx/>
                <a:latin typeface="Arial"/>
              </a:rPr>
              <a:t>1. Xác định mục đích và yêu cầu (Theo SGK)</a:t>
            </a:r>
            <a:endParaRPr lang="vi-VN" sz="2800" b="0" u="none" strike="noStrike">
              <a:solidFill>
                <a:srgbClr val="FFFFFF"/>
              </a:solidFill>
              <a:effectLst/>
              <a:uFillTx/>
              <a:latin typeface="Arial"/>
            </a:endParaRPr>
          </a:p>
        </p:txBody>
      </p:sp>
      <p:sp>
        <p:nvSpPr>
          <p:cNvPr id="67" name="PlaceHolder 2"/>
          <p:cNvSpPr>
            <a:spLocks noGrp="1"/>
          </p:cNvSpPr>
          <p:nvPr>
            <p:ph/>
          </p:nvPr>
        </p:nvSpPr>
        <p:spPr>
          <a:xfrm>
            <a:off x="540000" y="1440000"/>
            <a:ext cx="8999640" cy="3599640"/>
          </a:xfrm>
          <a:prstGeom prst="rect">
            <a:avLst/>
          </a:prstGeom>
          <a:solidFill>
            <a:srgbClr val="FFFFFF">
              <a:alpha val="50000"/>
            </a:srgbClr>
          </a:solidFill>
          <a:ln w="0">
            <a:noFill/>
          </a:ln>
        </p:spPr>
        <p:txBody>
          <a:bodyPr lIns="0" tIns="0" rIns="0" bIns="0" anchor="t">
            <a:normAutofit/>
          </a:bodyPr>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Dựa trên bài học, nhóm chúng em xác định rõ:</a:t>
            </a:r>
            <a:endParaRPr lang="vi-VN" sz="26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Mục đích: Tìm trường THPT phù hợp với năng lực và nguyện vọng tại Vĩnh Long.</a:t>
            </a:r>
            <a:endParaRPr lang="vi-VN" sz="26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Yêu cầu: Trường có chất lượng giảng dạy tốt, gần nhà, phù hợp với hình thức xét tuyển/thi tuyển của tỉnh, và có môi trường học tập phát triển toàn diện.</a:t>
            </a:r>
            <a:endParaRPr lang="vi-VN" sz="2600" b="0" u="none" strike="noStrike">
              <a:solidFill>
                <a:srgbClr val="000000"/>
              </a:solidFill>
              <a:effectLst/>
              <a:uFillTx/>
              <a:latin typeface="Arial"/>
            </a:endParaRPr>
          </a:p>
        </p:txBody>
      </p:sp>
      <p:sp>
        <p:nvSpPr>
          <p:cNvPr id="4" name="PlaceHolder 3"/>
          <p:cNvSpPr>
            <a:spLocks noGrp="1"/>
          </p:cNvSpPr>
          <p:nvPr>
            <p:ph type="sldNum" idx="9"/>
          </p:nvPr>
        </p:nvSpPr>
        <p:spPr/>
        <p:txBody>
          <a:bodyPr/>
          <a:p>
            <a:fld id="{A293CDD2-A8D2-4D06-A372-C57729E5D81F}" type="slidenum">
              <a:t>2</a:t>
            </a:fld>
          </a:p>
        </p:txBody>
      </p:sp>
    </p:spTree>
  </p:cSld>
  <mc:AlternateContent>
    <mc:Choice Requires="p14">
      <p:transition spd="slow" p14:dur="2000"/>
    </mc:Choice>
    <mc:Fallback>
      <p:transition spd="slow"/>
    </mc:Fallback>
  </mc:AlternateContent>
  <p:timing>
    <p:tnLst>
      <p:par>
        <p:cTn id="14" dur="indefinite" restart="never" nodeType="tmRoot">
          <p:childTnLst>
            <p:seq>
              <p:cTn id="15" dur="indefinite" nodeType="mainSeq">
                <p:childTnLst>
                  <p:par>
                    <p:cTn id="16" fill="hold">
                      <p:stCondLst>
                        <p:cond delay="indefinite"/>
                      </p:stCondLst>
                      <p:childTnLst>
                        <p:par>
                          <p:cTn id="17" fill="hold">
                            <p:stCondLst>
                              <p:cond delay="0"/>
                            </p:stCondLst>
                            <p:childTnLst>
                              <p:par>
                                <p:cTn id="18" presetID="2" presetClass="entr" fill="hold" nodeType="clickEffect" presetSubtype="4">
                                  <p:stCondLst>
                                    <p:cond delay="0"/>
                                  </p:stCondLst>
                                  <p:childTnLst>
                                    <p:set>
                                      <p:cBhvr>
                                        <p:cTn id="19" dur="1" fill="hold">
                                          <p:stCondLst>
                                            <p:cond delay="0"/>
                                          </p:stCondLst>
                                        </p:cTn>
                                        <p:tgtEl>
                                          <p:spTgt spid="66">
                                            <p:txEl>
                                              <p:pRg st="0" end="0"/>
                                            </p:txEl>
                                          </p:spTgt>
                                        </p:tgtEl>
                                        <p:attrNameLst>
                                          <p:attrName>style.visibility</p:attrName>
                                        </p:attrNameLst>
                                      </p:cBhvr>
                                      <p:to>
                                        <p:strVal val="visible"/>
                                      </p:to>
                                    </p:set>
                                    <p:anim calcmode="lin" valueType="num">
                                      <p:cBhvr additive="repl">
                                        <p:cTn id="20" dur="500" fill="hold"/>
                                        <p:tgtEl>
                                          <p:spTgt spid="66">
                                            <p:txEl>
                                              <p:pRg st="0" end="0"/>
                                            </p:txEl>
                                          </p:spTgt>
                                        </p:tgtEl>
                                        <p:attrNameLst>
                                          <p:attrName>ppt_x</p:attrName>
                                        </p:attrNameLst>
                                      </p:cBhvr>
                                      <p:tavLst>
                                        <p:tav>
                                          <p:val>
                                            <p:strVal val="#ppt_x"/>
                                          </p:val>
                                        </p:tav>
                                        <p:tav tm="100000">
                                          <p:val>
                                            <p:strVal val="#ppt_x"/>
                                          </p:val>
                                        </p:tav>
                                      </p:tavLst>
                                    </p:anim>
                                    <p:anim calcmode="lin" valueType="num">
                                      <p:cBhvr additive="repl">
                                        <p:cTn id="21" dur="500" fill="hold"/>
                                        <p:tgtEl>
                                          <p:spTgt spid="66">
                                            <p:txEl>
                                              <p:pRg st="0" end="0"/>
                                            </p:txEl>
                                          </p:spTgt>
                                        </p:tgtEl>
                                        <p:attrNameLst>
                                          <p:attrName>ppt_y</p:attrName>
                                        </p:attrNameLst>
                                      </p:cBhvr>
                                      <p:tavLst>
                                        <p:tav>
                                          <p:val>
                                            <p:strVal val="1+#ppt_h/2"/>
                                          </p:val>
                                        </p:tav>
                                        <p:tav tm="100000">
                                          <p:val>
                                            <p:strVal val="#ppt_y"/>
                                          </p:val>
                                        </p:tav>
                                      </p:tavLst>
                                    </p:anim>
                                  </p:childTnLst>
                                </p:cTn>
                              </p:par>
                            </p:childTnLst>
                          </p:cTn>
                        </p:par>
                        <p:par>
                          <p:cTn id="22" fill="hold">
                            <p:stCondLst>
                              <p:cond delay="500"/>
                            </p:stCondLst>
                            <p:childTnLst>
                              <p:par>
                                <p:cTn id="23" presetID="2" presetClass="entr" fill="hold" nodeType="afterEffect" presetSubtype="4">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repl">
                                        <p:cTn id="25" dur="500" fill="hold"/>
                                        <p:tgtEl>
                                          <p:spTgt spid="67"/>
                                        </p:tgtEl>
                                        <p:attrNameLst>
                                          <p:attrName>ppt_x</p:attrName>
                                        </p:attrNameLst>
                                      </p:cBhvr>
                                      <p:tavLst>
                                        <p:tav>
                                          <p:val>
                                            <p:strVal val="#ppt_x"/>
                                          </p:val>
                                        </p:tav>
                                        <p:tav tm="100000">
                                          <p:val>
                                            <p:strVal val="#ppt_x"/>
                                          </p:val>
                                        </p:tav>
                                      </p:tavLst>
                                    </p:anim>
                                    <p:anim calcmode="lin" valueType="num">
                                      <p:cBhvr additive="repl">
                                        <p:cTn id="26" dur="500" fill="hold"/>
                                        <p:tgtEl>
                                          <p:spTgt spid="67"/>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40000" y="269640"/>
            <a:ext cx="8999640" cy="990360"/>
          </a:xfrm>
          <a:prstGeom prst="rect">
            <a:avLst/>
          </a:prstGeom>
          <a:noFill/>
          <a:ln w="0">
            <a:noFill/>
          </a:ln>
        </p:spPr>
        <p:txBody>
          <a:bodyPr lIns="0" tIns="0" rIns="0" bIns="0" anchor="ctr">
            <a:spAutoFit/>
          </a:bodyPr>
          <a:p>
            <a:pPr indent="0" algn="l">
              <a:lnSpc>
                <a:spcPct val="100000"/>
              </a:lnSpc>
              <a:spcBef>
                <a:spcPts val="1191"/>
              </a:spcBef>
              <a:spcAft>
                <a:spcPts val="992"/>
              </a:spcAft>
              <a:buNone/>
              <a:tabLst>
                <a:tab pos="0" algn="l"/>
              </a:tabLst>
            </a:pPr>
            <a:r>
              <a:rPr lang="vi-VN" sz="2600" b="1" u="none" strike="noStrike">
                <a:solidFill>
                  <a:srgbClr val="FFFFFF"/>
                </a:solidFill>
                <a:effectLst/>
                <a:uFillTx/>
                <a:latin typeface="Arial"/>
              </a:rPr>
              <a:t>2. Giới thiệu 3 trường THPT mà nhóm em muốn vào</a:t>
            </a:r>
            <a:endParaRPr lang="vi-VN" sz="2600" b="0" u="none" strike="noStrike">
              <a:solidFill>
                <a:srgbClr val="FFFFFF"/>
              </a:solidFill>
              <a:effectLst/>
              <a:uFillTx/>
              <a:latin typeface="Arial"/>
            </a:endParaRPr>
          </a:p>
        </p:txBody>
      </p:sp>
      <p:sp>
        <p:nvSpPr>
          <p:cNvPr id="69" name="PlaceHolder 2"/>
          <p:cNvSpPr>
            <a:spLocks noGrp="1"/>
          </p:cNvSpPr>
          <p:nvPr>
            <p:ph/>
          </p:nvPr>
        </p:nvSpPr>
        <p:spPr>
          <a:xfrm>
            <a:off x="540000" y="1440000"/>
            <a:ext cx="8999640" cy="3698640"/>
          </a:xfrm>
          <a:prstGeom prst="rect">
            <a:avLst/>
          </a:prstGeom>
          <a:solidFill>
            <a:srgbClr val="FFFFFF">
              <a:alpha val="50000"/>
            </a:srgbClr>
          </a:solidFill>
          <a:ln w="0">
            <a:noFill/>
          </a:ln>
        </p:spPr>
        <p:txBody>
          <a:bodyPr lIns="0" tIns="0" rIns="0" bIns="0" anchor="t">
            <a:normAutofit fontScale="62500" lnSpcReduction="19999"/>
          </a:bodyPr>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Sau khi tìm kiếm và đánh giá, nhóm em đã chọn ra 3 ngôi trường tiêu biểu tại Vĩnh Long:</a:t>
            </a:r>
            <a:endParaRPr lang="vi-VN" sz="26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Trường THPT Chuyên Nguyễn Bỉnh Khiêm:</a:t>
            </a:r>
            <a:endParaRPr lang="vi-VN" sz="26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Lý do chọn: Đây là ngôi trường dành cho học sinh có học lực xuất sắc, là môi trường học thuật đỉnh cao của tỉnh. Nếu đủ năng lực, đây là mục tiêu lý tưởng để phát triển chuyên sâu.</a:t>
            </a:r>
            <a:endParaRPr lang="vi-VN" sz="26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Trường THPT Vĩnh Long:</a:t>
            </a:r>
            <a:endParaRPr lang="vi-VN" sz="26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Lý do chọn: Ngôi trường có bề dày truyền thống lâu đời, nằm ở trung tâm thành phố, thuận tiện đi lại. Trường có quy mô lớn và chất lượng giáo dục ổn định, phù hợp với số đông học sinh.</a:t>
            </a:r>
            <a:endParaRPr lang="vi-VN" sz="26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Trường THPT Lưu Văn Liệt:</a:t>
            </a:r>
            <a:endParaRPr lang="vi-VN" sz="26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600" b="0" u="none" strike="noStrike">
                <a:solidFill>
                  <a:srgbClr val="000000"/>
                </a:solidFill>
                <a:effectLst/>
                <a:uFillTx/>
                <a:latin typeface="Arial"/>
              </a:rPr>
              <a:t>Lý do chọn: Đây là một trong những trường có điểm chuẩn đầu vào cao và ổn định tại Vĩnh Long. Trường có cơ sở vật chất tốt và phong trào học tập sôi nổi, rất đáng để cân nhắc.</a:t>
            </a:r>
            <a:endParaRPr lang="vi-VN" sz="2600" b="0" u="none" strike="noStrike">
              <a:solidFill>
                <a:srgbClr val="000000"/>
              </a:solidFill>
              <a:effectLst/>
              <a:uFillTx/>
              <a:latin typeface="Arial"/>
            </a:endParaRPr>
          </a:p>
        </p:txBody>
      </p:sp>
      <p:sp>
        <p:nvSpPr>
          <p:cNvPr id="4" name="PlaceHolder 3"/>
          <p:cNvSpPr>
            <a:spLocks noGrp="1"/>
          </p:cNvSpPr>
          <p:nvPr>
            <p:ph type="sldNum" idx="9"/>
          </p:nvPr>
        </p:nvSpPr>
        <p:spPr/>
        <p:txBody>
          <a:bodyPr/>
          <a:p>
            <a:fld id="{BB361E47-B9BD-493F-B43B-3813815B3720}" type="slidenum">
              <a:t>3</a:t>
            </a:fld>
          </a:p>
        </p:txBody>
      </p:sp>
    </p:spTree>
  </p:cSld>
  <mc:AlternateContent>
    <mc:Choice Requires="p14">
      <p:transition spd="slow" p14:dur="2000"/>
    </mc:Choice>
    <mc:Fallback>
      <p:transition spd="slow"/>
    </mc:Fallback>
  </mc:AlternateContent>
  <p:timing>
    <p:tnLst>
      <p:par>
        <p:cTn id="27" dur="indefinite" restart="never" nodeType="tmRoot">
          <p:childTnLst>
            <p:seq>
              <p:cTn id="28" dur="indefinite" nodeType="mainSeq">
                <p:childTnLst>
                  <p:par>
                    <p:cTn id="29" fill="hold">
                      <p:stCondLst>
                        <p:cond delay="indefinite"/>
                      </p:stCondLst>
                      <p:childTnLst>
                        <p:par>
                          <p:cTn id="30" fill="hold">
                            <p:stCondLst>
                              <p:cond delay="0"/>
                            </p:stCondLst>
                            <p:childTnLst>
                              <p:par>
                                <p:cTn id="31" presetID="2" presetClass="entr" fill="hold" nodeType="clickEffect" presetSubtype="4">
                                  <p:stCondLst>
                                    <p:cond delay="0"/>
                                  </p:stCondLst>
                                  <p:childTnLst>
                                    <p:set>
                                      <p:cBhvr>
                                        <p:cTn id="32" dur="1" fill="hold">
                                          <p:stCondLst>
                                            <p:cond delay="0"/>
                                          </p:stCondLst>
                                        </p:cTn>
                                        <p:tgtEl>
                                          <p:spTgt spid="68">
                                            <p:txEl>
                                              <p:pRg st="0" end="0"/>
                                            </p:txEl>
                                          </p:spTgt>
                                        </p:tgtEl>
                                        <p:attrNameLst>
                                          <p:attrName>style.visibility</p:attrName>
                                        </p:attrNameLst>
                                      </p:cBhvr>
                                      <p:to>
                                        <p:strVal val="visible"/>
                                      </p:to>
                                    </p:set>
                                    <p:anim calcmode="lin" valueType="num">
                                      <p:cBhvr additive="repl">
                                        <p:cTn id="33" dur="500" fill="hold"/>
                                        <p:tgtEl>
                                          <p:spTgt spid="68">
                                            <p:txEl>
                                              <p:pRg st="0" end="0"/>
                                            </p:txEl>
                                          </p:spTgt>
                                        </p:tgtEl>
                                        <p:attrNameLst>
                                          <p:attrName>ppt_x</p:attrName>
                                        </p:attrNameLst>
                                      </p:cBhvr>
                                      <p:tavLst>
                                        <p:tav>
                                          <p:val>
                                            <p:strVal val="#ppt_x"/>
                                          </p:val>
                                        </p:tav>
                                        <p:tav tm="100000">
                                          <p:val>
                                            <p:strVal val="#ppt_x"/>
                                          </p:val>
                                        </p:tav>
                                      </p:tavLst>
                                    </p:anim>
                                    <p:anim calcmode="lin" valueType="num">
                                      <p:cBhvr additive="repl">
                                        <p:cTn id="34" dur="500" fill="hold"/>
                                        <p:tgtEl>
                                          <p:spTgt spid="68">
                                            <p:txEl>
                                              <p:pRg st="0" end="0"/>
                                            </p:txEl>
                                          </p:spTgt>
                                        </p:tgtEl>
                                        <p:attrNameLst>
                                          <p:attrName>ppt_y</p:attrName>
                                        </p:attrNameLst>
                                      </p:cBhvr>
                                      <p:tavLst>
                                        <p:tav>
                                          <p:val>
                                            <p:strVal val="1+#ppt_h/2"/>
                                          </p:val>
                                        </p:tav>
                                        <p:tav tm="100000">
                                          <p:val>
                                            <p:strVal val="#ppt_y"/>
                                          </p:val>
                                        </p:tav>
                                      </p:tavLst>
                                    </p:anim>
                                  </p:childTnLst>
                                </p:cTn>
                              </p:par>
                            </p:childTnLst>
                          </p:cTn>
                        </p:par>
                        <p:par>
                          <p:cTn id="35" fill="hold">
                            <p:stCondLst>
                              <p:cond delay="500"/>
                            </p:stCondLst>
                            <p:childTnLst>
                              <p:par>
                                <p:cTn id="36" presetID="2" presetClass="entr" fill="hold" nodeType="afterEffect" presetSubtype="4">
                                  <p:stCondLst>
                                    <p:cond delay="0"/>
                                  </p:stCondLst>
                                  <p:childTnLst>
                                    <p:set>
                                      <p:cBhvr>
                                        <p:cTn id="37" dur="1" fill="hold">
                                          <p:stCondLst>
                                            <p:cond delay="0"/>
                                          </p:stCondLst>
                                        </p:cTn>
                                        <p:tgtEl>
                                          <p:spTgt spid="69"/>
                                        </p:tgtEl>
                                        <p:attrNameLst>
                                          <p:attrName>style.visibility</p:attrName>
                                        </p:attrNameLst>
                                      </p:cBhvr>
                                      <p:to>
                                        <p:strVal val="visible"/>
                                      </p:to>
                                    </p:set>
                                    <p:anim calcmode="lin" valueType="num">
                                      <p:cBhvr additive="repl">
                                        <p:cTn id="38" dur="500" fill="hold"/>
                                        <p:tgtEl>
                                          <p:spTgt spid="69"/>
                                        </p:tgtEl>
                                        <p:attrNameLst>
                                          <p:attrName>ppt_x</p:attrName>
                                        </p:attrNameLst>
                                      </p:cBhvr>
                                      <p:tavLst>
                                        <p:tav>
                                          <p:val>
                                            <p:strVal val="#ppt_x"/>
                                          </p:val>
                                        </p:tav>
                                        <p:tav tm="100000">
                                          <p:val>
                                            <p:strVal val="#ppt_x"/>
                                          </p:val>
                                        </p:tav>
                                      </p:tavLst>
                                    </p:anim>
                                    <p:anim calcmode="lin" valueType="num">
                                      <p:cBhvr additive="repl">
                                        <p:cTn id="39" dur="500" fill="hold"/>
                                        <p:tgtEl>
                                          <p:spTgt spid="69"/>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540000" y="269640"/>
            <a:ext cx="8999640" cy="990360"/>
          </a:xfrm>
          <a:prstGeom prst="rect">
            <a:avLst/>
          </a:prstGeom>
          <a:noFill/>
          <a:ln w="0">
            <a:noFill/>
          </a:ln>
        </p:spPr>
        <p:txBody>
          <a:bodyPr lIns="0" tIns="0" rIns="0" bIns="0" anchor="ctr">
            <a:spAutoFit/>
          </a:bodyPr>
          <a:p>
            <a:pPr indent="0" algn="l">
              <a:lnSpc>
                <a:spcPct val="100000"/>
              </a:lnSpc>
              <a:spcBef>
                <a:spcPts val="1191"/>
              </a:spcBef>
              <a:spcAft>
                <a:spcPts val="992"/>
              </a:spcAft>
              <a:buNone/>
              <a:tabLst>
                <a:tab pos="0" algn="l"/>
              </a:tabLst>
            </a:pPr>
            <a:r>
              <a:rPr lang="vi-VN" sz="2600" b="1" u="none" strike="noStrike">
                <a:solidFill>
                  <a:srgbClr val="FFFFFF"/>
                </a:solidFill>
                <a:effectLst/>
                <a:uFillTx/>
                <a:latin typeface="Arial"/>
              </a:rPr>
              <a:t>3. Quá trình tìm kiếm và đánh giá thông tin (Theo SGK)</a:t>
            </a:r>
            <a:endParaRPr lang="vi-VN" sz="2600" b="0" u="none" strike="noStrike">
              <a:solidFill>
                <a:srgbClr val="FFFFFF"/>
              </a:solidFill>
              <a:effectLst/>
              <a:uFillTx/>
              <a:latin typeface="Arial"/>
            </a:endParaRPr>
          </a:p>
        </p:txBody>
      </p:sp>
      <p:sp>
        <p:nvSpPr>
          <p:cNvPr id="71" name="PlaceHolder 2"/>
          <p:cNvSpPr>
            <a:spLocks noGrp="1"/>
          </p:cNvSpPr>
          <p:nvPr>
            <p:ph/>
          </p:nvPr>
        </p:nvSpPr>
        <p:spPr>
          <a:xfrm>
            <a:off x="540000" y="1440000"/>
            <a:ext cx="8999640" cy="3599640"/>
          </a:xfrm>
          <a:prstGeom prst="rect">
            <a:avLst/>
          </a:prstGeom>
          <a:solidFill>
            <a:srgbClr val="FFFFFF">
              <a:alpha val="50000"/>
            </a:srgbClr>
          </a:solidFill>
          <a:ln w="0">
            <a:noFill/>
          </a:ln>
        </p:spPr>
        <p:txBody>
          <a:bodyPr lIns="0" tIns="0" rIns="0" bIns="0" anchor="t">
            <a:normAutofit fontScale="85000" lnSpcReduction="9999"/>
          </a:bodyPr>
          <a:p>
            <a:pPr marL="432000" indent="-324000" algn="l">
              <a:lnSpc>
                <a:spcPct val="100000"/>
              </a:lnSpc>
              <a:spcBef>
                <a:spcPts val="1191"/>
              </a:spcBef>
              <a:spcAft>
                <a:spcPts val="992"/>
              </a:spcAft>
              <a:buClr>
                <a:srgbClr val="000000"/>
              </a:buClr>
              <a:buSzPct val="45000"/>
              <a:buFont typeface="Wingdings" charset="2"/>
              <a:buChar char=""/>
            </a:pPr>
            <a:r>
              <a:rPr lang="vi-VN" sz="2200" b="0" u="none" strike="noStrike">
                <a:solidFill>
                  <a:srgbClr val="000000"/>
                </a:solidFill>
                <a:effectLst/>
                <a:uFillTx/>
                <a:latin typeface="Arial"/>
              </a:rPr>
              <a:t>Nguồn thông tin: Nhóm em truy cập vào trang web chính thức của Sở Giáo dục và Đào tạo tỉnh Vĩnh Long và cổng thông tin tuyển sinh của tỉnh để tra cứu chỉ tiêu, phương thức tuyển sinh năm học 2026-2027.</a:t>
            </a:r>
            <a:endParaRPr lang="vi-VN" sz="22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200" b="0" u="none" strike="noStrike">
                <a:solidFill>
                  <a:srgbClr val="000000"/>
                </a:solidFill>
                <a:effectLst/>
                <a:uFillTx/>
                <a:latin typeface="Arial"/>
              </a:rPr>
              <a:t>Đánh giá chất lượng thông tin:</a:t>
            </a:r>
            <a:endParaRPr lang="vi-VN" sz="22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200" b="0" u="none" strike="noStrike">
                <a:solidFill>
                  <a:srgbClr val="000000"/>
                </a:solidFill>
                <a:effectLst/>
                <a:uFillTx/>
                <a:latin typeface="Arial"/>
              </a:rPr>
              <a:t>Tính cập nhật: Thông tin lấy từ các văn bản chỉ đạo mới nhất của Sở cho năm học tới.</a:t>
            </a:r>
            <a:endParaRPr lang="vi-VN" sz="22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200" b="0" u="none" strike="noStrike">
                <a:solidFill>
                  <a:srgbClr val="000000"/>
                </a:solidFill>
                <a:effectLst/>
                <a:uFillTx/>
                <a:latin typeface="Arial"/>
              </a:rPr>
              <a:t>Độ tin cậy: Nguồn chính thống, có dấu đỏ và thông báo rõ ràng.</a:t>
            </a:r>
            <a:endParaRPr lang="vi-VN" sz="22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200" b="0" u="none" strike="noStrike">
                <a:solidFill>
                  <a:srgbClr val="000000"/>
                </a:solidFill>
                <a:effectLst/>
                <a:uFillTx/>
                <a:latin typeface="Arial"/>
              </a:rPr>
              <a:t>Tính đầy đủ: Có đủ thông tin về chỉ tiêu, phương thức xét tuyển và thời gian.</a:t>
            </a:r>
            <a:endParaRPr lang="vi-VN" sz="2200" b="0" u="none" strike="noStrike">
              <a:solidFill>
                <a:srgbClr val="000000"/>
              </a:solidFill>
              <a:effectLst/>
              <a:uFillTx/>
              <a:latin typeface="Arial"/>
            </a:endParaRPr>
          </a:p>
          <a:p>
            <a:pPr marL="432000" indent="0" algn="l">
              <a:lnSpc>
                <a:spcPct val="100000"/>
              </a:lnSpc>
              <a:spcBef>
                <a:spcPts val="1191"/>
              </a:spcBef>
              <a:spcAft>
                <a:spcPts val="992"/>
              </a:spcAft>
              <a:buNone/>
              <a:tabLst>
                <a:tab pos="0" algn="l"/>
              </a:tabLst>
            </a:pPr>
            <a:r>
              <a:rPr lang="vi-VN" sz="2200" b="0" u="none" strike="noStrike">
                <a:solidFill>
                  <a:srgbClr val="000000"/>
                </a:solidFill>
                <a:effectLst/>
                <a:uFillTx/>
                <a:latin typeface="Arial"/>
              </a:rPr>
              <a:t> </a:t>
            </a:r>
            <a:endParaRPr lang="vi-VN" sz="2200" b="0" u="none" strike="noStrike">
              <a:solidFill>
                <a:srgbClr val="000000"/>
              </a:solidFill>
              <a:effectLst/>
              <a:uFillTx/>
              <a:latin typeface="Arial"/>
            </a:endParaRPr>
          </a:p>
        </p:txBody>
      </p:sp>
      <p:sp>
        <p:nvSpPr>
          <p:cNvPr id="4" name="PlaceHolder 3"/>
          <p:cNvSpPr>
            <a:spLocks noGrp="1"/>
          </p:cNvSpPr>
          <p:nvPr>
            <p:ph type="sldNum" idx="9"/>
          </p:nvPr>
        </p:nvSpPr>
        <p:spPr/>
        <p:txBody>
          <a:bodyPr/>
          <a:p>
            <a:fld id="{35C9B6F9-B5C9-48C4-AE11-113E7C730993}" type="slidenum">
              <a:t>4</a:t>
            </a:fld>
          </a:p>
        </p:txBody>
      </p:sp>
    </p:spTree>
  </p:cSld>
  <mc:AlternateContent>
    <mc:Choice Requires="p14">
      <p:transition spd="slow" p14:dur="2000"/>
    </mc:Choice>
    <mc:Fallback>
      <p:transition spd="slow"/>
    </mc:Fallback>
  </mc:AlternateContent>
  <p:timing>
    <p:tnLst>
      <p:par>
        <p:cTn id="40" dur="indefinite" restart="never" nodeType="tmRoot">
          <p:childTnLst>
            <p:seq>
              <p:cTn id="41" dur="indefinite" nodeType="mainSeq">
                <p:childTnLst>
                  <p:par>
                    <p:cTn id="42" fill="hold">
                      <p:stCondLst>
                        <p:cond delay="indefinite"/>
                      </p:stCondLst>
                      <p:childTnLst>
                        <p:par>
                          <p:cTn id="43" fill="hold">
                            <p:stCondLst>
                              <p:cond delay="0"/>
                            </p:stCondLst>
                            <p:childTnLst>
                              <p:par>
                                <p:cTn id="44" presetID="2" presetClass="entr" fill="hold" nodeType="clickEffect" presetSubtype="4">
                                  <p:stCondLst>
                                    <p:cond delay="0"/>
                                  </p:stCondLst>
                                  <p:childTnLst>
                                    <p:set>
                                      <p:cBhvr>
                                        <p:cTn id="45" dur="1" fill="hold">
                                          <p:stCondLst>
                                            <p:cond delay="0"/>
                                          </p:stCondLst>
                                        </p:cTn>
                                        <p:tgtEl>
                                          <p:spTgt spid="70">
                                            <p:txEl>
                                              <p:pRg st="0" end="0"/>
                                            </p:txEl>
                                          </p:spTgt>
                                        </p:tgtEl>
                                        <p:attrNameLst>
                                          <p:attrName>style.visibility</p:attrName>
                                        </p:attrNameLst>
                                      </p:cBhvr>
                                      <p:to>
                                        <p:strVal val="visible"/>
                                      </p:to>
                                    </p:set>
                                    <p:anim calcmode="lin" valueType="num">
                                      <p:cBhvr additive="repl">
                                        <p:cTn id="46" dur="500" fill="hold"/>
                                        <p:tgtEl>
                                          <p:spTgt spid="70">
                                            <p:txEl>
                                              <p:pRg st="0" end="0"/>
                                            </p:txEl>
                                          </p:spTgt>
                                        </p:tgtEl>
                                        <p:attrNameLst>
                                          <p:attrName>ppt_x</p:attrName>
                                        </p:attrNameLst>
                                      </p:cBhvr>
                                      <p:tavLst>
                                        <p:tav>
                                          <p:val>
                                            <p:strVal val="#ppt_x"/>
                                          </p:val>
                                        </p:tav>
                                        <p:tav tm="100000">
                                          <p:val>
                                            <p:strVal val="#ppt_x"/>
                                          </p:val>
                                        </p:tav>
                                      </p:tavLst>
                                    </p:anim>
                                    <p:anim calcmode="lin" valueType="num">
                                      <p:cBhvr additive="repl">
                                        <p:cTn id="47" dur="500" fill="hold"/>
                                        <p:tgtEl>
                                          <p:spTgt spid="70">
                                            <p:txEl>
                                              <p:pRg st="0" end="0"/>
                                            </p:txEl>
                                          </p:spTgt>
                                        </p:tgtEl>
                                        <p:attrNameLst>
                                          <p:attrName>ppt_y</p:attrName>
                                        </p:attrNameLst>
                                      </p:cBhvr>
                                      <p:tavLst>
                                        <p:tav>
                                          <p:val>
                                            <p:strVal val="1+#ppt_h/2"/>
                                          </p:val>
                                        </p:tav>
                                        <p:tav tm="100000">
                                          <p:val>
                                            <p:strVal val="#ppt_y"/>
                                          </p:val>
                                        </p:tav>
                                      </p:tavLst>
                                    </p:anim>
                                  </p:childTnLst>
                                </p:cTn>
                              </p:par>
                            </p:childTnLst>
                          </p:cTn>
                        </p:par>
                        <p:par>
                          <p:cTn id="48" fill="hold">
                            <p:stCondLst>
                              <p:cond delay="500"/>
                            </p:stCondLst>
                            <p:childTnLst>
                              <p:par>
                                <p:cTn id="49" presetID="2" presetClass="entr" fill="hold" nodeType="afterEffect" presetSubtype="4">
                                  <p:stCondLst>
                                    <p:cond delay="0"/>
                                  </p:stCondLst>
                                  <p:childTnLst>
                                    <p:set>
                                      <p:cBhvr>
                                        <p:cTn id="50" dur="1" fill="hold">
                                          <p:stCondLst>
                                            <p:cond delay="0"/>
                                          </p:stCondLst>
                                        </p:cTn>
                                        <p:tgtEl>
                                          <p:spTgt spid="71"/>
                                        </p:tgtEl>
                                        <p:attrNameLst>
                                          <p:attrName>style.visibility</p:attrName>
                                        </p:attrNameLst>
                                      </p:cBhvr>
                                      <p:to>
                                        <p:strVal val="visible"/>
                                      </p:to>
                                    </p:set>
                                    <p:anim calcmode="lin" valueType="num">
                                      <p:cBhvr additive="repl">
                                        <p:cTn id="51" dur="500" fill="hold"/>
                                        <p:tgtEl>
                                          <p:spTgt spid="71"/>
                                        </p:tgtEl>
                                        <p:attrNameLst>
                                          <p:attrName>ppt_x</p:attrName>
                                        </p:attrNameLst>
                                      </p:cBhvr>
                                      <p:tavLst>
                                        <p:tav>
                                          <p:val>
                                            <p:strVal val="#ppt_x"/>
                                          </p:val>
                                        </p:tav>
                                        <p:tav tm="100000">
                                          <p:val>
                                            <p:strVal val="#ppt_x"/>
                                          </p:val>
                                        </p:tav>
                                      </p:tavLst>
                                    </p:anim>
                                    <p:anim calcmode="lin" valueType="num">
                                      <p:cBhvr additive="repl">
                                        <p:cTn id="52" dur="500" fill="hold"/>
                                        <p:tgtEl>
                                          <p:spTgt spid="71"/>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540000" y="269640"/>
            <a:ext cx="8999640" cy="990360"/>
          </a:xfrm>
          <a:prstGeom prst="rect">
            <a:avLst/>
          </a:prstGeom>
          <a:noFill/>
          <a:ln w="0">
            <a:noFill/>
          </a:ln>
        </p:spPr>
        <p:txBody>
          <a:bodyPr lIns="0" tIns="0" rIns="0" bIns="0" anchor="ctr">
            <a:spAutoFit/>
          </a:bodyPr>
          <a:p>
            <a:pPr indent="0" algn="l">
              <a:lnSpc>
                <a:spcPct val="100000"/>
              </a:lnSpc>
              <a:spcBef>
                <a:spcPts val="1191"/>
              </a:spcBef>
              <a:spcAft>
                <a:spcPts val="992"/>
              </a:spcAft>
              <a:buNone/>
              <a:tabLst>
                <a:tab pos="0" algn="l"/>
              </a:tabLst>
            </a:pPr>
            <a:r>
              <a:rPr lang="vi-VN" sz="3200" b="1" u="none" strike="noStrike">
                <a:solidFill>
                  <a:srgbClr val="FFFFFF"/>
                </a:solidFill>
                <a:effectLst/>
                <a:uFillTx/>
                <a:latin typeface="Arial"/>
              </a:rPr>
              <a:t>4. Kết luận</a:t>
            </a:r>
            <a:endParaRPr lang="vi-VN" sz="3200" b="0" u="none" strike="noStrike">
              <a:solidFill>
                <a:srgbClr val="FFFFFF"/>
              </a:solidFill>
              <a:effectLst/>
              <a:uFillTx/>
              <a:latin typeface="Arial"/>
            </a:endParaRPr>
          </a:p>
        </p:txBody>
      </p:sp>
      <p:sp>
        <p:nvSpPr>
          <p:cNvPr id="73" name="PlaceHolder 2"/>
          <p:cNvSpPr>
            <a:spLocks noGrp="1"/>
          </p:cNvSpPr>
          <p:nvPr>
            <p:ph/>
          </p:nvPr>
        </p:nvSpPr>
        <p:spPr>
          <a:xfrm>
            <a:off x="540000" y="1440000"/>
            <a:ext cx="8999640" cy="3599640"/>
          </a:xfrm>
          <a:prstGeom prst="rect">
            <a:avLst/>
          </a:prstGeom>
          <a:solidFill>
            <a:srgbClr val="FFFFFF">
              <a:alpha val="50000"/>
            </a:srgbClr>
          </a:solidFill>
          <a:ln w="0">
            <a:noFill/>
          </a:ln>
        </p:spPr>
        <p:txBody>
          <a:bodyPr lIns="0" tIns="0" rIns="0" bIns="0" anchor="t">
            <a:normAutofit lnSpcReduction="9999"/>
          </a:bodyPr>
          <a:p>
            <a:pPr marL="432000" indent="-324000" algn="l">
              <a:lnSpc>
                <a:spcPct val="100000"/>
              </a:lnSpc>
              <a:spcBef>
                <a:spcPts val="1191"/>
              </a:spcBef>
              <a:spcAft>
                <a:spcPts val="992"/>
              </a:spcAft>
              <a:buClr>
                <a:srgbClr val="000000"/>
              </a:buClr>
              <a:buSzPct val="45000"/>
              <a:buFont typeface="Wingdings" charset="2"/>
              <a:buChar char=""/>
            </a:pPr>
            <a:r>
              <a:rPr lang="vi-VN" sz="2800" b="0" u="none" strike="noStrike">
                <a:solidFill>
                  <a:srgbClr val="000000"/>
                </a:solidFill>
                <a:effectLst/>
                <a:uFillTx/>
                <a:latin typeface="Arial"/>
              </a:rPr>
              <a:t>Nhóm em nhận thấy rằng, việc tìm kiếm thông tin từ các nguồn chính thống giúp chúng em có cái nhìn chính xác về các trường. Tùy vào lực học của bản thân, chúng em sẽ quyết định chọn trường Chuyên Nguyễn Bỉnh Khiêm để thử sức, hoặc chọn THPT Vĩnh Long và Lưu Văn Liệt làm nguyện vọng an toàn.</a:t>
            </a:r>
            <a:endParaRPr lang="vi-VN" sz="2800" b="0" u="none" strike="noStrike">
              <a:solidFill>
                <a:srgbClr val="000000"/>
              </a:solidFill>
              <a:effectLst/>
              <a:uFillTx/>
              <a:latin typeface="Arial"/>
            </a:endParaRPr>
          </a:p>
          <a:p>
            <a:pPr marL="432000" indent="-324000" algn="l">
              <a:lnSpc>
                <a:spcPct val="100000"/>
              </a:lnSpc>
              <a:spcBef>
                <a:spcPts val="1191"/>
              </a:spcBef>
              <a:spcAft>
                <a:spcPts val="992"/>
              </a:spcAft>
              <a:buClr>
                <a:srgbClr val="000000"/>
              </a:buClr>
              <a:buSzPct val="45000"/>
              <a:buFont typeface="Wingdings" charset="2"/>
              <a:buChar char=""/>
            </a:pPr>
            <a:r>
              <a:rPr lang="vi-VN" sz="2800" b="0" u="none" strike="noStrike">
                <a:solidFill>
                  <a:srgbClr val="000000"/>
                </a:solidFill>
                <a:effectLst/>
                <a:uFillTx/>
                <a:latin typeface="Arial"/>
              </a:rPr>
              <a:t>Lời kết: Cảm ơn cô và các bạn đã lắng nghe phần trình bày của nhóm em!</a:t>
            </a:r>
            <a:endParaRPr lang="vi-VN" sz="2800" b="0" u="none" strike="noStrike">
              <a:solidFill>
                <a:srgbClr val="000000"/>
              </a:solidFill>
              <a:effectLst/>
              <a:uFillTx/>
              <a:latin typeface="Arial"/>
            </a:endParaRPr>
          </a:p>
        </p:txBody>
      </p:sp>
      <p:sp>
        <p:nvSpPr>
          <p:cNvPr id="4" name="PlaceHolder 3"/>
          <p:cNvSpPr>
            <a:spLocks noGrp="1"/>
          </p:cNvSpPr>
          <p:nvPr>
            <p:ph type="sldNum" idx="9"/>
          </p:nvPr>
        </p:nvSpPr>
        <p:spPr/>
        <p:txBody>
          <a:bodyPr/>
          <a:p>
            <a:fld id="{4C655656-0DFB-452B-8E43-890852DC4740}" type="slidenum">
              <a:t>5</a:t>
            </a:fld>
          </a:p>
        </p:txBody>
      </p:sp>
    </p:spTree>
  </p:cSld>
  <mc:AlternateContent>
    <mc:Choice Requires="p14">
      <p:transition spd="slow" p14:dur="2000"/>
    </mc:Choice>
    <mc:Fallback>
      <p:transition spd="slow"/>
    </mc:Fallback>
  </mc:AlternateContent>
  <p:timing>
    <p:tnLst>
      <p:par>
        <p:cTn id="53" dur="indefinite" restart="never" nodeType="tmRoot">
          <p:childTnLst>
            <p:seq>
              <p:cTn id="54" dur="indefinite" nodeType="mainSeq">
                <p:childTnLst>
                  <p:par>
                    <p:cTn id="55" fill="hold">
                      <p:stCondLst>
                        <p:cond delay="indefinite"/>
                      </p:stCondLst>
                      <p:childTnLst>
                        <p:par>
                          <p:cTn id="56" fill="hold">
                            <p:stCondLst>
                              <p:cond delay="0"/>
                            </p:stCondLst>
                            <p:childTnLst>
                              <p:par>
                                <p:cTn id="57" presetID="2" presetClass="entr" fill="hold" nodeType="clickEffect" presetSubtype="4">
                                  <p:stCondLst>
                                    <p:cond delay="0"/>
                                  </p:stCondLst>
                                  <p:childTnLst>
                                    <p:set>
                                      <p:cBhvr>
                                        <p:cTn id="58" dur="1" fill="hold">
                                          <p:stCondLst>
                                            <p:cond delay="0"/>
                                          </p:stCondLst>
                                        </p:cTn>
                                        <p:tgtEl>
                                          <p:spTgt spid="72">
                                            <p:txEl>
                                              <p:pRg st="0" end="0"/>
                                            </p:txEl>
                                          </p:spTgt>
                                        </p:tgtEl>
                                        <p:attrNameLst>
                                          <p:attrName>style.visibility</p:attrName>
                                        </p:attrNameLst>
                                      </p:cBhvr>
                                      <p:to>
                                        <p:strVal val="visible"/>
                                      </p:to>
                                    </p:set>
                                    <p:anim calcmode="lin" valueType="num">
                                      <p:cBhvr additive="repl">
                                        <p:cTn id="59" dur="500" fill="hold"/>
                                        <p:tgtEl>
                                          <p:spTgt spid="72">
                                            <p:txEl>
                                              <p:pRg st="0" end="0"/>
                                            </p:txEl>
                                          </p:spTgt>
                                        </p:tgtEl>
                                        <p:attrNameLst>
                                          <p:attrName>ppt_x</p:attrName>
                                        </p:attrNameLst>
                                      </p:cBhvr>
                                      <p:tavLst>
                                        <p:tav>
                                          <p:val>
                                            <p:strVal val="#ppt_x"/>
                                          </p:val>
                                        </p:tav>
                                        <p:tav tm="100000">
                                          <p:val>
                                            <p:strVal val="#ppt_x"/>
                                          </p:val>
                                        </p:tav>
                                      </p:tavLst>
                                    </p:anim>
                                    <p:anim calcmode="lin" valueType="num">
                                      <p:cBhvr additive="repl">
                                        <p:cTn id="60" dur="500" fill="hold"/>
                                        <p:tgtEl>
                                          <p:spTgt spid="72">
                                            <p:txEl>
                                              <p:pRg st="0" end="0"/>
                                            </p:txEl>
                                          </p:spTgt>
                                        </p:tgtEl>
                                        <p:attrNameLst>
                                          <p:attrName>ppt_y</p:attrName>
                                        </p:attrNameLst>
                                      </p:cBhvr>
                                      <p:tavLst>
                                        <p:tav>
                                          <p:val>
                                            <p:strVal val="1+#ppt_h/2"/>
                                          </p:val>
                                        </p:tav>
                                        <p:tav tm="100000">
                                          <p:val>
                                            <p:strVal val="#ppt_y"/>
                                          </p:val>
                                        </p:tav>
                                      </p:tavLst>
                                    </p:anim>
                                  </p:childTnLst>
                                </p:cTn>
                              </p:par>
                            </p:childTnLst>
                          </p:cTn>
                        </p:par>
                        <p:par>
                          <p:cTn id="61" fill="hold">
                            <p:stCondLst>
                              <p:cond delay="500"/>
                            </p:stCondLst>
                            <p:childTnLst>
                              <p:par>
                                <p:cTn id="62" presetID="2" presetClass="entr" fill="hold" nodeType="afterEffect" presetSubtype="4">
                                  <p:stCondLst>
                                    <p:cond delay="0"/>
                                  </p:stCondLst>
                                  <p:childTnLst>
                                    <p:set>
                                      <p:cBhvr>
                                        <p:cTn id="63" dur="1" fill="hold">
                                          <p:stCondLst>
                                            <p:cond delay="0"/>
                                          </p:stCondLst>
                                        </p:cTn>
                                        <p:tgtEl>
                                          <p:spTgt spid="73"/>
                                        </p:tgtEl>
                                        <p:attrNameLst>
                                          <p:attrName>style.visibility</p:attrName>
                                        </p:attrNameLst>
                                      </p:cBhvr>
                                      <p:to>
                                        <p:strVal val="visible"/>
                                      </p:to>
                                    </p:set>
                                    <p:anim calcmode="lin" valueType="num">
                                      <p:cBhvr additive="repl">
                                        <p:cTn id="64" dur="500" fill="hold"/>
                                        <p:tgtEl>
                                          <p:spTgt spid="73"/>
                                        </p:tgtEl>
                                        <p:attrNameLst>
                                          <p:attrName>ppt_x</p:attrName>
                                        </p:attrNameLst>
                                      </p:cBhvr>
                                      <p:tavLst>
                                        <p:tav>
                                          <p:val>
                                            <p:strVal val="#ppt_x"/>
                                          </p:val>
                                        </p:tav>
                                        <p:tav tm="100000">
                                          <p:val>
                                            <p:strVal val="#ppt_x"/>
                                          </p:val>
                                        </p:tav>
                                      </p:tavLst>
                                    </p:anim>
                                    <p:anim calcmode="lin" valueType="num">
                                      <p:cBhvr additive="repl">
                                        <p:cTn id="65" dur="500" fill="hold"/>
                                        <p:tgtEl>
                                          <p:spTgt spid="73"/>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LibreOffice/26.8.0.3$Linux_X86_64 LibreOffice_project/680$Build-3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2026-10-14T21:39:04Z</dcterms:created>
  <dc:creator/>
  <dc:description>This work is licensed under a Creative Commons 0 License.
It makes use of the works of kka_libo_design@ashisuto.co.jp.</dc:description>
  <dc:language>vi-VN</dc:language>
  <cp:lastModifiedBy/>
  <dcterms:modified xsi:type="dcterms:W3CDTF">2026-10-14T22:23:54Z</dcterms:modified>
  <cp:revision>3</cp:revision>
  <dc:subject/>
  <dc:title>Lights</dc:title>
</cp:coreProperties>
</file>

<file path=docProps/custom.xml><?xml version="1.0" encoding="utf-8"?>
<Properties xmlns="http://schemas.openxmlformats.org/officeDocument/2006/custom-properties" xmlns:vt="http://schemas.openxmlformats.org/officeDocument/2006/docPropsVTypes"/>
</file>